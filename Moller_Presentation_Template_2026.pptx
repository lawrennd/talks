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62" r:id="rId7"/>
    <p:sldId id="260" r:id="rId8"/>
    <p:sldId id="268" r:id="rId9"/>
    <p:sldId id="265" r:id="rId10"/>
    <p:sldId id="266" r:id="rId11"/>
    <p:sldId id="261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B5F24F-FC82-4A31-9699-43B157CFD176}" v="314" dt="2025-02-14T11:18:27.3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8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zanne Conder" userId="0d494b33-eb5e-4e6e-ac89-c59ea1a73de1" providerId="ADAL" clId="{8CB5F24F-FC82-4A31-9699-43B157CFD176}"/>
    <pc:docChg chg="undo custSel addSld delSld modSld sldOrd addMainMaster delMainMaster modMainMaster">
      <pc:chgData name="Suzanne Conder" userId="0d494b33-eb5e-4e6e-ac89-c59ea1a73de1" providerId="ADAL" clId="{8CB5F24F-FC82-4A31-9699-43B157CFD176}" dt="2025-02-14T11:30:02.340" v="1076" actId="47"/>
      <pc:docMkLst>
        <pc:docMk/>
      </pc:docMkLst>
      <pc:sldChg chg="del">
        <pc:chgData name="Suzanne Conder" userId="0d494b33-eb5e-4e6e-ac89-c59ea1a73de1" providerId="ADAL" clId="{8CB5F24F-FC82-4A31-9699-43B157CFD176}" dt="2025-02-03T14:23:54.784" v="952" actId="47"/>
        <pc:sldMkLst>
          <pc:docMk/>
          <pc:sldMk cId="1089921775" sldId="256"/>
        </pc:sldMkLst>
      </pc:sldChg>
      <pc:sldChg chg="modSp new mod">
        <pc:chgData name="Suzanne Conder" userId="0d494b33-eb5e-4e6e-ac89-c59ea1a73de1" providerId="ADAL" clId="{8CB5F24F-FC82-4A31-9699-43B157CFD176}" dt="2025-02-03T15:26:26.278" v="983" actId="207"/>
        <pc:sldMkLst>
          <pc:docMk/>
          <pc:sldMk cId="1518415976" sldId="256"/>
        </pc:sldMkLst>
        <pc:spChg chg="mod">
          <ac:chgData name="Suzanne Conder" userId="0d494b33-eb5e-4e6e-ac89-c59ea1a73de1" providerId="ADAL" clId="{8CB5F24F-FC82-4A31-9699-43B157CFD176}" dt="2025-02-03T15:26:26.278" v="983" actId="207"/>
          <ac:spMkLst>
            <pc:docMk/>
            <pc:sldMk cId="1518415976" sldId="256"/>
            <ac:spMk id="3" creationId="{18B5CED1-C914-714E-0D02-C7E0465BC4A3}"/>
          </ac:spMkLst>
        </pc:spChg>
      </pc:sldChg>
      <pc:sldChg chg="new del">
        <pc:chgData name="Suzanne Conder" userId="0d494b33-eb5e-4e6e-ac89-c59ea1a73de1" providerId="ADAL" clId="{8CB5F24F-FC82-4A31-9699-43B157CFD176}" dt="2025-02-03T14:23:57.025" v="953" actId="47"/>
        <pc:sldMkLst>
          <pc:docMk/>
          <pc:sldMk cId="653067556" sldId="257"/>
        </pc:sldMkLst>
      </pc:sldChg>
      <pc:sldChg chg="new del">
        <pc:chgData name="Suzanne Conder" userId="0d494b33-eb5e-4e6e-ac89-c59ea1a73de1" providerId="ADAL" clId="{8CB5F24F-FC82-4A31-9699-43B157CFD176}" dt="2025-02-03T14:25:09.074" v="964" actId="47"/>
        <pc:sldMkLst>
          <pc:docMk/>
          <pc:sldMk cId="1178656610" sldId="257"/>
        </pc:sldMkLst>
      </pc:sldChg>
      <pc:sldChg chg="new del">
        <pc:chgData name="Suzanne Conder" userId="0d494b33-eb5e-4e6e-ac89-c59ea1a73de1" providerId="ADAL" clId="{8CB5F24F-FC82-4A31-9699-43B157CFD176}" dt="2025-02-03T14:24:38.665" v="958" actId="47"/>
        <pc:sldMkLst>
          <pc:docMk/>
          <pc:sldMk cId="246736846" sldId="258"/>
        </pc:sldMkLst>
      </pc:sldChg>
      <pc:sldChg chg="new del">
        <pc:chgData name="Suzanne Conder" userId="0d494b33-eb5e-4e6e-ac89-c59ea1a73de1" providerId="ADAL" clId="{8CB5F24F-FC82-4A31-9699-43B157CFD176}" dt="2025-02-03T14:23:53.947" v="951" actId="47"/>
        <pc:sldMkLst>
          <pc:docMk/>
          <pc:sldMk cId="2116238208" sldId="258"/>
        </pc:sldMkLst>
      </pc:sldChg>
      <pc:sldChg chg="modSp new del mod">
        <pc:chgData name="Suzanne Conder" userId="0d494b33-eb5e-4e6e-ac89-c59ea1a73de1" providerId="ADAL" clId="{8CB5F24F-FC82-4A31-9699-43B157CFD176}" dt="2025-02-14T11:29:49.936" v="1073" actId="47"/>
        <pc:sldMkLst>
          <pc:docMk/>
          <pc:sldMk cId="1952412509" sldId="259"/>
        </pc:sldMkLst>
        <pc:spChg chg="mod">
          <ac:chgData name="Suzanne Conder" userId="0d494b33-eb5e-4e6e-ac89-c59ea1a73de1" providerId="ADAL" clId="{8CB5F24F-FC82-4A31-9699-43B157CFD176}" dt="2025-02-03T15:21:21.336" v="970" actId="207"/>
          <ac:spMkLst>
            <pc:docMk/>
            <pc:sldMk cId="1952412509" sldId="259"/>
            <ac:spMk id="2" creationId="{183CA7C3-5297-C8EB-14D1-E4969CEA3A07}"/>
          </ac:spMkLst>
        </pc:spChg>
      </pc:sldChg>
      <pc:sldChg chg="new del">
        <pc:chgData name="Suzanne Conder" userId="0d494b33-eb5e-4e6e-ac89-c59ea1a73de1" providerId="ADAL" clId="{8CB5F24F-FC82-4A31-9699-43B157CFD176}" dt="2025-02-03T14:23:53.103" v="950" actId="47"/>
        <pc:sldMkLst>
          <pc:docMk/>
          <pc:sldMk cId="3947053393" sldId="259"/>
        </pc:sldMkLst>
      </pc:sldChg>
      <pc:sldChg chg="new del">
        <pc:chgData name="Suzanne Conder" userId="0d494b33-eb5e-4e6e-ac89-c59ea1a73de1" providerId="ADAL" clId="{8CB5F24F-FC82-4A31-9699-43B157CFD176}" dt="2025-02-03T14:23:52.739" v="949" actId="47"/>
        <pc:sldMkLst>
          <pc:docMk/>
          <pc:sldMk cId="366836362" sldId="260"/>
        </pc:sldMkLst>
      </pc:sldChg>
      <pc:sldChg chg="modSp new mod ord">
        <pc:chgData name="Suzanne Conder" userId="0d494b33-eb5e-4e6e-ac89-c59ea1a73de1" providerId="ADAL" clId="{8CB5F24F-FC82-4A31-9699-43B157CFD176}" dt="2025-02-03T15:26:36.347" v="985"/>
        <pc:sldMkLst>
          <pc:docMk/>
          <pc:sldMk cId="2038002079" sldId="260"/>
        </pc:sldMkLst>
        <pc:spChg chg="mod">
          <ac:chgData name="Suzanne Conder" userId="0d494b33-eb5e-4e6e-ac89-c59ea1a73de1" providerId="ADAL" clId="{8CB5F24F-FC82-4A31-9699-43B157CFD176}" dt="2025-02-03T15:25:45.191" v="980" actId="207"/>
          <ac:spMkLst>
            <pc:docMk/>
            <pc:sldMk cId="2038002079" sldId="260"/>
            <ac:spMk id="2" creationId="{8EBF0450-ABEA-6167-D2DE-F5FDAF9C2FB5}"/>
          </ac:spMkLst>
        </pc:spChg>
      </pc:sldChg>
      <pc:sldChg chg="new del">
        <pc:chgData name="Suzanne Conder" userId="0d494b33-eb5e-4e6e-ac89-c59ea1a73de1" providerId="ADAL" clId="{8CB5F24F-FC82-4A31-9699-43B157CFD176}" dt="2025-02-03T14:23:52.416" v="948" actId="47"/>
        <pc:sldMkLst>
          <pc:docMk/>
          <pc:sldMk cId="2414178466" sldId="261"/>
        </pc:sldMkLst>
      </pc:sldChg>
      <pc:sldChg chg="modSp new mod ord">
        <pc:chgData name="Suzanne Conder" userId="0d494b33-eb5e-4e6e-ac89-c59ea1a73de1" providerId="ADAL" clId="{8CB5F24F-FC82-4A31-9699-43B157CFD176}" dt="2025-02-03T15:25:47.806" v="981" actId="207"/>
        <pc:sldMkLst>
          <pc:docMk/>
          <pc:sldMk cId="3920966077" sldId="261"/>
        </pc:sldMkLst>
        <pc:spChg chg="mod">
          <ac:chgData name="Suzanne Conder" userId="0d494b33-eb5e-4e6e-ac89-c59ea1a73de1" providerId="ADAL" clId="{8CB5F24F-FC82-4A31-9699-43B157CFD176}" dt="2025-02-03T15:25:47.806" v="981" actId="207"/>
          <ac:spMkLst>
            <pc:docMk/>
            <pc:sldMk cId="3920966077" sldId="261"/>
            <ac:spMk id="2" creationId="{E00A28D4-3E09-084F-1392-9E3F59E20310}"/>
          </ac:spMkLst>
        </pc:spChg>
      </pc:sldChg>
      <pc:sldChg chg="new del">
        <pc:chgData name="Suzanne Conder" userId="0d494b33-eb5e-4e6e-ac89-c59ea1a73de1" providerId="ADAL" clId="{8CB5F24F-FC82-4A31-9699-43B157CFD176}" dt="2025-02-03T14:23:51.392" v="947" actId="47"/>
        <pc:sldMkLst>
          <pc:docMk/>
          <pc:sldMk cId="3661244512" sldId="262"/>
        </pc:sldMkLst>
      </pc:sldChg>
      <pc:sldChg chg="modSp new mod ord">
        <pc:chgData name="Suzanne Conder" userId="0d494b33-eb5e-4e6e-ac89-c59ea1a73de1" providerId="ADAL" clId="{8CB5F24F-FC82-4A31-9699-43B157CFD176}" dt="2025-02-03T15:21:39.045" v="971" actId="2711"/>
        <pc:sldMkLst>
          <pc:docMk/>
          <pc:sldMk cId="4059159113" sldId="262"/>
        </pc:sldMkLst>
        <pc:spChg chg="mod">
          <ac:chgData name="Suzanne Conder" userId="0d494b33-eb5e-4e6e-ac89-c59ea1a73de1" providerId="ADAL" clId="{8CB5F24F-FC82-4A31-9699-43B157CFD176}" dt="2025-02-03T15:21:39.045" v="971" actId="2711"/>
          <ac:spMkLst>
            <pc:docMk/>
            <pc:sldMk cId="4059159113" sldId="262"/>
            <ac:spMk id="2" creationId="{4A1375CF-F2BF-AF90-EDBF-2CFF9576D6FB}"/>
          </ac:spMkLst>
        </pc:spChg>
      </pc:sldChg>
      <pc:sldChg chg="new">
        <pc:chgData name="Suzanne Conder" userId="0d494b33-eb5e-4e6e-ac89-c59ea1a73de1" providerId="ADAL" clId="{8CB5F24F-FC82-4A31-9699-43B157CFD176}" dt="2025-02-03T14:25:26.407" v="965" actId="680"/>
        <pc:sldMkLst>
          <pc:docMk/>
          <pc:sldMk cId="1484076765" sldId="263"/>
        </pc:sldMkLst>
      </pc:sldChg>
      <pc:sldChg chg="new del">
        <pc:chgData name="Suzanne Conder" userId="0d494b33-eb5e-4e6e-ac89-c59ea1a73de1" providerId="ADAL" clId="{8CB5F24F-FC82-4A31-9699-43B157CFD176}" dt="2025-02-03T14:23:50.904" v="946" actId="47"/>
        <pc:sldMkLst>
          <pc:docMk/>
          <pc:sldMk cId="3752510166" sldId="263"/>
        </pc:sldMkLst>
      </pc:sldChg>
      <pc:sldChg chg="modSp new mod">
        <pc:chgData name="Suzanne Conder" userId="0d494b33-eb5e-4e6e-ac89-c59ea1a73de1" providerId="ADAL" clId="{8CB5F24F-FC82-4A31-9699-43B157CFD176}" dt="2025-02-14T11:17:35.385" v="992" actId="207"/>
        <pc:sldMkLst>
          <pc:docMk/>
          <pc:sldMk cId="508021086" sldId="264"/>
        </pc:sldMkLst>
        <pc:spChg chg="mod">
          <ac:chgData name="Suzanne Conder" userId="0d494b33-eb5e-4e6e-ac89-c59ea1a73de1" providerId="ADAL" clId="{8CB5F24F-FC82-4A31-9699-43B157CFD176}" dt="2025-02-14T11:17:35.385" v="992" actId="207"/>
          <ac:spMkLst>
            <pc:docMk/>
            <pc:sldMk cId="508021086" sldId="264"/>
            <ac:spMk id="3" creationId="{B2E31C9F-36E5-E9FF-C82B-32364B9511FD}"/>
          </ac:spMkLst>
        </pc:spChg>
      </pc:sldChg>
      <pc:sldChg chg="modSp new mod ord">
        <pc:chgData name="Suzanne Conder" userId="0d494b33-eb5e-4e6e-ac89-c59ea1a73de1" providerId="ADAL" clId="{8CB5F24F-FC82-4A31-9699-43B157CFD176}" dt="2025-02-14T11:17:26.702" v="991" actId="207"/>
        <pc:sldMkLst>
          <pc:docMk/>
          <pc:sldMk cId="3631796944" sldId="265"/>
        </pc:sldMkLst>
        <pc:spChg chg="mod">
          <ac:chgData name="Suzanne Conder" userId="0d494b33-eb5e-4e6e-ac89-c59ea1a73de1" providerId="ADAL" clId="{8CB5F24F-FC82-4A31-9699-43B157CFD176}" dt="2025-02-14T11:17:26.702" v="991" actId="207"/>
          <ac:spMkLst>
            <pc:docMk/>
            <pc:sldMk cId="3631796944" sldId="265"/>
            <ac:spMk id="2" creationId="{C1269535-F657-2832-2FAC-A99508CE644A}"/>
          </ac:spMkLst>
        </pc:spChg>
      </pc:sldChg>
      <pc:sldChg chg="addSp delSp modSp new add del mod ord">
        <pc:chgData name="Suzanne Conder" userId="0d494b33-eb5e-4e6e-ac89-c59ea1a73de1" providerId="ADAL" clId="{8CB5F24F-FC82-4A31-9699-43B157CFD176}" dt="2025-02-14T11:21:11.718" v="1072" actId="12385"/>
        <pc:sldMkLst>
          <pc:docMk/>
          <pc:sldMk cId="1256241720" sldId="266"/>
        </pc:sldMkLst>
        <pc:spChg chg="del">
          <ac:chgData name="Suzanne Conder" userId="0d494b33-eb5e-4e6e-ac89-c59ea1a73de1" providerId="ADAL" clId="{8CB5F24F-FC82-4A31-9699-43B157CFD176}" dt="2025-02-14T11:19:37.031" v="1001" actId="3680"/>
          <ac:spMkLst>
            <pc:docMk/>
            <pc:sldMk cId="1256241720" sldId="266"/>
            <ac:spMk id="2" creationId="{2461D964-7EF5-0C1E-3F15-9F00AF344961}"/>
          </ac:spMkLst>
        </pc:spChg>
        <pc:graphicFrameChg chg="add mod ord modGraphic">
          <ac:chgData name="Suzanne Conder" userId="0d494b33-eb5e-4e6e-ac89-c59ea1a73de1" providerId="ADAL" clId="{8CB5F24F-FC82-4A31-9699-43B157CFD176}" dt="2025-02-14T11:21:11.718" v="1072" actId="12385"/>
          <ac:graphicFrameMkLst>
            <pc:docMk/>
            <pc:sldMk cId="1256241720" sldId="266"/>
            <ac:graphicFrameMk id="3" creationId="{A78AF035-2B4F-BC9B-E035-5A2A80747F57}"/>
          </ac:graphicFrameMkLst>
        </pc:graphicFrameChg>
      </pc:sldChg>
      <pc:sldChg chg="add del">
        <pc:chgData name="Suzanne Conder" userId="0d494b33-eb5e-4e6e-ac89-c59ea1a73de1" providerId="ADAL" clId="{8CB5F24F-FC82-4A31-9699-43B157CFD176}" dt="2025-02-10T14:23:13.382" v="989"/>
        <pc:sldMkLst>
          <pc:docMk/>
          <pc:sldMk cId="1970128724" sldId="266"/>
        </pc:sldMkLst>
      </pc:sldChg>
      <pc:sldChg chg="new del">
        <pc:chgData name="Suzanne Conder" userId="0d494b33-eb5e-4e6e-ac89-c59ea1a73de1" providerId="ADAL" clId="{8CB5F24F-FC82-4A31-9699-43B157CFD176}" dt="2025-02-14T11:30:02.340" v="1076" actId="47"/>
        <pc:sldMkLst>
          <pc:docMk/>
          <pc:sldMk cId="2373289046" sldId="267"/>
        </pc:sldMkLst>
      </pc:sldChg>
      <pc:sldChg chg="new">
        <pc:chgData name="Suzanne Conder" userId="0d494b33-eb5e-4e6e-ac89-c59ea1a73de1" providerId="ADAL" clId="{8CB5F24F-FC82-4A31-9699-43B157CFD176}" dt="2025-02-14T11:29:59.921" v="1075" actId="680"/>
        <pc:sldMkLst>
          <pc:docMk/>
          <pc:sldMk cId="1854744345" sldId="268"/>
        </pc:sldMkLst>
      </pc:sldChg>
      <pc:sldMasterChg chg="modSp modSldLayout sldLayoutOrd">
        <pc:chgData name="Suzanne Conder" userId="0d494b33-eb5e-4e6e-ac89-c59ea1a73de1" providerId="ADAL" clId="{8CB5F24F-FC82-4A31-9699-43B157CFD176}" dt="2025-02-14T11:18:49.470" v="995" actId="1076"/>
        <pc:sldMasterMkLst>
          <pc:docMk/>
          <pc:sldMasterMk cId="147608954" sldId="2147483648"/>
        </pc:sldMasterMkLst>
        <pc:spChg chg="mod">
          <ac:chgData name="Suzanne Conder" userId="0d494b33-eb5e-4e6e-ac89-c59ea1a73de1" providerId="ADAL" clId="{8CB5F24F-FC82-4A31-9699-43B157CFD176}" dt="2025-02-03T15:24:10.749" v="976" actId="16037"/>
          <ac:spMkLst>
            <pc:docMk/>
            <pc:sldMasterMk cId="147608954" sldId="2147483648"/>
            <ac:spMk id="3" creationId="{027F284C-B8A4-503D-97A4-BF73C140E488}"/>
          </ac:spMkLst>
        </pc:spChg>
        <pc:sldLayoutChg chg="ord">
          <pc:chgData name="Suzanne Conder" userId="0d494b33-eb5e-4e6e-ac89-c59ea1a73de1" providerId="ADAL" clId="{8CB5F24F-FC82-4A31-9699-43B157CFD176}" dt="2025-02-03T12:51:46.784" v="214" actId="20578"/>
          <pc:sldLayoutMkLst>
            <pc:docMk/>
            <pc:sldMasterMk cId="147608954" sldId="2147483648"/>
            <pc:sldLayoutMk cId="3557020148" sldId="2147483649"/>
          </pc:sldLayoutMkLst>
        </pc:sldLayoutChg>
        <pc:sldLayoutChg chg="modSp mod">
          <pc:chgData name="Suzanne Conder" userId="0d494b33-eb5e-4e6e-ac89-c59ea1a73de1" providerId="ADAL" clId="{8CB5F24F-FC82-4A31-9699-43B157CFD176}" dt="2025-02-03T12:54:14.280" v="231" actId="207"/>
          <pc:sldLayoutMkLst>
            <pc:docMk/>
            <pc:sldMasterMk cId="147608954" sldId="2147483648"/>
            <pc:sldLayoutMk cId="2604371319" sldId="2147483655"/>
          </pc:sldLayoutMkLst>
          <pc:spChg chg="mod">
            <ac:chgData name="Suzanne Conder" userId="0d494b33-eb5e-4e6e-ac89-c59ea1a73de1" providerId="ADAL" clId="{8CB5F24F-FC82-4A31-9699-43B157CFD176}" dt="2025-02-03T12:54:14.280" v="231" actId="207"/>
            <ac:spMkLst>
              <pc:docMk/>
              <pc:sldMasterMk cId="147608954" sldId="2147483648"/>
              <pc:sldLayoutMk cId="2604371319" sldId="2147483655"/>
              <ac:spMk id="5" creationId="{401F4BC0-DB2E-927C-44D3-8624C9827444}"/>
            </ac:spMkLst>
          </pc:spChg>
          <pc:spChg chg="mod">
            <ac:chgData name="Suzanne Conder" userId="0d494b33-eb5e-4e6e-ac89-c59ea1a73de1" providerId="ADAL" clId="{8CB5F24F-FC82-4A31-9699-43B157CFD176}" dt="2025-02-03T12:54:14.280" v="231" actId="207"/>
            <ac:spMkLst>
              <pc:docMk/>
              <pc:sldMasterMk cId="147608954" sldId="2147483648"/>
              <pc:sldLayoutMk cId="2604371319" sldId="2147483655"/>
              <ac:spMk id="6" creationId="{F740A99C-B4C9-4B5C-36AA-E22C8EABC2EA}"/>
            </ac:spMkLst>
          </pc:spChg>
          <pc:spChg chg="mod">
            <ac:chgData name="Suzanne Conder" userId="0d494b33-eb5e-4e6e-ac89-c59ea1a73de1" providerId="ADAL" clId="{8CB5F24F-FC82-4A31-9699-43B157CFD176}" dt="2025-02-03T12:54:14.280" v="231" actId="207"/>
            <ac:spMkLst>
              <pc:docMk/>
              <pc:sldMasterMk cId="147608954" sldId="2147483648"/>
              <pc:sldLayoutMk cId="2604371319" sldId="2147483655"/>
              <ac:spMk id="7" creationId="{C174F619-5B36-60A5-FF84-54C3958B803E}"/>
            </ac:spMkLst>
          </pc:spChg>
          <pc:spChg chg="mod">
            <ac:chgData name="Suzanne Conder" userId="0d494b33-eb5e-4e6e-ac89-c59ea1a73de1" providerId="ADAL" clId="{8CB5F24F-FC82-4A31-9699-43B157CFD176}" dt="2025-02-03T12:54:14.280" v="231" actId="207"/>
            <ac:spMkLst>
              <pc:docMk/>
              <pc:sldMasterMk cId="147608954" sldId="2147483648"/>
              <pc:sldLayoutMk cId="2604371319" sldId="2147483655"/>
              <ac:spMk id="8" creationId="{73F42807-12A9-A402-2FB7-407D053C683A}"/>
            </ac:spMkLst>
          </pc:spChg>
        </pc:sldLayoutChg>
        <pc:sldLayoutChg chg="addSp delSp modSp mod setBg">
          <pc:chgData name="Suzanne Conder" userId="0d494b33-eb5e-4e6e-ac89-c59ea1a73de1" providerId="ADAL" clId="{8CB5F24F-FC82-4A31-9699-43B157CFD176}" dt="2025-02-03T13:19:02.960" v="546" actId="2711"/>
          <pc:sldLayoutMkLst>
            <pc:docMk/>
            <pc:sldMasterMk cId="147608954" sldId="2147483648"/>
            <pc:sldLayoutMk cId="1320529536" sldId="2147483656"/>
          </pc:sldLayoutMkLst>
          <pc:spChg chg="del">
            <ac:chgData name="Suzanne Conder" userId="0d494b33-eb5e-4e6e-ac89-c59ea1a73de1" providerId="ADAL" clId="{8CB5F24F-FC82-4A31-9699-43B157CFD176}" dt="2025-02-03T12:55:20.151" v="247" actId="478"/>
            <ac:spMkLst>
              <pc:docMk/>
              <pc:sldMasterMk cId="147608954" sldId="2147483648"/>
              <pc:sldLayoutMk cId="1320529536" sldId="2147483656"/>
              <ac:spMk id="2" creationId="{EDC12F6A-7823-4142-5F46-F3E0C591901B}"/>
            </ac:spMkLst>
          </pc:spChg>
          <pc:spChg chg="del mod">
            <ac:chgData name="Suzanne Conder" userId="0d494b33-eb5e-4e6e-ac89-c59ea1a73de1" providerId="ADAL" clId="{8CB5F24F-FC82-4A31-9699-43B157CFD176}" dt="2025-02-03T12:55:14.511" v="243" actId="478"/>
            <ac:spMkLst>
              <pc:docMk/>
              <pc:sldMasterMk cId="147608954" sldId="2147483648"/>
              <pc:sldLayoutMk cId="1320529536" sldId="2147483656"/>
              <ac:spMk id="3" creationId="{93C0CF5D-8290-E23E-9524-E30B744E2839}"/>
            </ac:spMkLst>
          </pc:spChg>
          <pc:spChg chg="del">
            <ac:chgData name="Suzanne Conder" userId="0d494b33-eb5e-4e6e-ac89-c59ea1a73de1" providerId="ADAL" clId="{8CB5F24F-FC82-4A31-9699-43B157CFD176}" dt="2025-02-03T12:55:16.663" v="244" actId="478"/>
            <ac:spMkLst>
              <pc:docMk/>
              <pc:sldMasterMk cId="147608954" sldId="2147483648"/>
              <pc:sldLayoutMk cId="1320529536" sldId="2147483656"/>
              <ac:spMk id="4" creationId="{83E30EE3-AA4A-27FF-5738-36CCAE7C7D6E}"/>
            </ac:spMkLst>
          </pc:spChg>
          <pc:spChg chg="del">
            <ac:chgData name="Suzanne Conder" userId="0d494b33-eb5e-4e6e-ac89-c59ea1a73de1" providerId="ADAL" clId="{8CB5F24F-FC82-4A31-9699-43B157CFD176}" dt="2025-02-03T12:55:21.015" v="248" actId="478"/>
            <ac:spMkLst>
              <pc:docMk/>
              <pc:sldMasterMk cId="147608954" sldId="2147483648"/>
              <pc:sldLayoutMk cId="1320529536" sldId="2147483656"/>
              <ac:spMk id="5" creationId="{5A49AAC8-DE85-9515-B094-8DB433972261}"/>
            </ac:spMkLst>
          </pc:spChg>
          <pc:spChg chg="del">
            <ac:chgData name="Suzanne Conder" userId="0d494b33-eb5e-4e6e-ac89-c59ea1a73de1" providerId="ADAL" clId="{8CB5F24F-FC82-4A31-9699-43B157CFD176}" dt="2025-02-03T12:55:21.393" v="249" actId="478"/>
            <ac:spMkLst>
              <pc:docMk/>
              <pc:sldMasterMk cId="147608954" sldId="2147483648"/>
              <pc:sldLayoutMk cId="1320529536" sldId="2147483656"/>
              <ac:spMk id="6" creationId="{DC72DEDD-3688-ACCF-3D4B-E077F6DDCE20}"/>
            </ac:spMkLst>
          </pc:spChg>
          <pc:spChg chg="del">
            <ac:chgData name="Suzanne Conder" userId="0d494b33-eb5e-4e6e-ac89-c59ea1a73de1" providerId="ADAL" clId="{8CB5F24F-FC82-4A31-9699-43B157CFD176}" dt="2025-02-03T12:55:22.146" v="250" actId="478"/>
            <ac:spMkLst>
              <pc:docMk/>
              <pc:sldMasterMk cId="147608954" sldId="2147483648"/>
              <pc:sldLayoutMk cId="1320529536" sldId="2147483656"/>
              <ac:spMk id="7" creationId="{72EC9539-7756-8DFF-84A5-03338272E300}"/>
            </ac:spMkLst>
          </pc:spChg>
          <pc:spChg chg="add mod ord">
            <ac:chgData name="Suzanne Conder" userId="0d494b33-eb5e-4e6e-ac89-c59ea1a73de1" providerId="ADAL" clId="{8CB5F24F-FC82-4A31-9699-43B157CFD176}" dt="2025-02-03T12:55:02.999" v="241" actId="171"/>
            <ac:spMkLst>
              <pc:docMk/>
              <pc:sldMasterMk cId="147608954" sldId="2147483648"/>
              <pc:sldLayoutMk cId="1320529536" sldId="2147483656"/>
              <ac:spMk id="8" creationId="{7D564BF5-0CAE-0FF2-1EBE-D02EAC8A541A}"/>
            </ac:spMkLst>
          </pc:spChg>
          <pc:spChg chg="add del mod ord">
            <ac:chgData name="Suzanne Conder" userId="0d494b33-eb5e-4e6e-ac89-c59ea1a73de1" providerId="ADAL" clId="{8CB5F24F-FC82-4A31-9699-43B157CFD176}" dt="2025-02-03T12:55:18.910" v="246" actId="478"/>
            <ac:spMkLst>
              <pc:docMk/>
              <pc:sldMasterMk cId="147608954" sldId="2147483648"/>
              <pc:sldLayoutMk cId="1320529536" sldId="2147483656"/>
              <ac:spMk id="9" creationId="{2A326EE0-68FF-4F7C-CF4C-BA69C1DB8978}"/>
            </ac:spMkLst>
          </pc:spChg>
          <pc:spChg chg="add mod">
            <ac:chgData name="Suzanne Conder" userId="0d494b33-eb5e-4e6e-ac89-c59ea1a73de1" providerId="ADAL" clId="{8CB5F24F-FC82-4A31-9699-43B157CFD176}" dt="2025-02-03T12:55:55.192" v="263" actId="1035"/>
            <ac:spMkLst>
              <pc:docMk/>
              <pc:sldMasterMk cId="147608954" sldId="2147483648"/>
              <pc:sldLayoutMk cId="1320529536" sldId="2147483656"/>
              <ac:spMk id="12" creationId="{4E33BEA8-9C5C-99BB-881F-2B4BF3EF3467}"/>
            </ac:spMkLst>
          </pc:spChg>
          <pc:spChg chg="add mod">
            <ac:chgData name="Suzanne Conder" userId="0d494b33-eb5e-4e6e-ac89-c59ea1a73de1" providerId="ADAL" clId="{8CB5F24F-FC82-4A31-9699-43B157CFD176}" dt="2025-02-03T12:55:55.192" v="263" actId="1035"/>
            <ac:spMkLst>
              <pc:docMk/>
              <pc:sldMasterMk cId="147608954" sldId="2147483648"/>
              <pc:sldLayoutMk cId="1320529536" sldId="2147483656"/>
              <ac:spMk id="13" creationId="{F4BBAD15-3A13-9656-513C-653C891DC2C2}"/>
            </ac:spMkLst>
          </pc:spChg>
          <pc:spChg chg="add mod">
            <ac:chgData name="Suzanne Conder" userId="0d494b33-eb5e-4e6e-ac89-c59ea1a73de1" providerId="ADAL" clId="{8CB5F24F-FC82-4A31-9699-43B157CFD176}" dt="2025-02-03T12:55:51.544" v="260" actId="1035"/>
            <ac:spMkLst>
              <pc:docMk/>
              <pc:sldMasterMk cId="147608954" sldId="2147483648"/>
              <pc:sldLayoutMk cId="1320529536" sldId="2147483656"/>
              <ac:spMk id="14" creationId="{68CACA9E-82F9-174E-A763-7C88B5C30E5B}"/>
            </ac:spMkLst>
          </pc:spChg>
          <pc:spChg chg="add mod">
            <ac:chgData name="Suzanne Conder" userId="0d494b33-eb5e-4e6e-ac89-c59ea1a73de1" providerId="ADAL" clId="{8CB5F24F-FC82-4A31-9699-43B157CFD176}" dt="2025-02-03T12:55:51.544" v="260" actId="1035"/>
            <ac:spMkLst>
              <pc:docMk/>
              <pc:sldMasterMk cId="147608954" sldId="2147483648"/>
              <pc:sldLayoutMk cId="1320529536" sldId="2147483656"/>
              <ac:spMk id="15" creationId="{5799B941-730B-C66B-0391-07A510AC6819}"/>
            </ac:spMkLst>
          </pc:spChg>
          <pc:spChg chg="add del">
            <ac:chgData name="Suzanne Conder" userId="0d494b33-eb5e-4e6e-ac89-c59ea1a73de1" providerId="ADAL" clId="{8CB5F24F-FC82-4A31-9699-43B157CFD176}" dt="2025-02-03T12:56:16.545" v="264" actId="11529"/>
            <ac:spMkLst>
              <pc:docMk/>
              <pc:sldMasterMk cId="147608954" sldId="2147483648"/>
              <pc:sldLayoutMk cId="1320529536" sldId="2147483656"/>
              <ac:spMk id="16" creationId="{30B46F5E-111E-2485-5F3B-F89A87FE088D}"/>
            </ac:spMkLst>
          </pc:spChg>
          <pc:spChg chg="add mod">
            <ac:chgData name="Suzanne Conder" userId="0d494b33-eb5e-4e6e-ac89-c59ea1a73de1" providerId="ADAL" clId="{8CB5F24F-FC82-4A31-9699-43B157CFD176}" dt="2025-02-03T13:19:00.086" v="545" actId="2711"/>
            <ac:spMkLst>
              <pc:docMk/>
              <pc:sldMasterMk cId="147608954" sldId="2147483648"/>
              <pc:sldLayoutMk cId="1320529536" sldId="2147483656"/>
              <ac:spMk id="17" creationId="{770F32CF-3DA9-E3AB-7D38-1DECA7E34BF1}"/>
            </ac:spMkLst>
          </pc:spChg>
          <pc:spChg chg="add mod">
            <ac:chgData name="Suzanne Conder" userId="0d494b33-eb5e-4e6e-ac89-c59ea1a73de1" providerId="ADAL" clId="{8CB5F24F-FC82-4A31-9699-43B157CFD176}" dt="2025-02-03T13:19:02.960" v="546" actId="2711"/>
            <ac:spMkLst>
              <pc:docMk/>
              <pc:sldMasterMk cId="147608954" sldId="2147483648"/>
              <pc:sldLayoutMk cId="1320529536" sldId="2147483656"/>
              <ac:spMk id="18" creationId="{AD61B6E2-1696-35DD-3FF1-8A8B20A73C07}"/>
            </ac:spMkLst>
          </pc:spChg>
          <pc:picChg chg="add del mod ord">
            <ac:chgData name="Suzanne Conder" userId="0d494b33-eb5e-4e6e-ac89-c59ea1a73de1" providerId="ADAL" clId="{8CB5F24F-FC82-4A31-9699-43B157CFD176}" dt="2025-02-03T12:56:22.820" v="269" actId="478"/>
            <ac:picMkLst>
              <pc:docMk/>
              <pc:sldMasterMk cId="147608954" sldId="2147483648"/>
              <pc:sldLayoutMk cId="1320529536" sldId="2147483656"/>
              <ac:picMk id="10" creationId="{23958413-9F82-BCD3-AA01-B1D067940F5C}"/>
            </ac:picMkLst>
          </pc:picChg>
          <pc:picChg chg="add del mod ord">
            <ac:chgData name="Suzanne Conder" userId="0d494b33-eb5e-4e6e-ac89-c59ea1a73de1" providerId="ADAL" clId="{8CB5F24F-FC82-4A31-9699-43B157CFD176}" dt="2025-02-03T12:56:21.486" v="267" actId="478"/>
            <ac:picMkLst>
              <pc:docMk/>
              <pc:sldMasterMk cId="147608954" sldId="2147483648"/>
              <pc:sldLayoutMk cId="1320529536" sldId="2147483656"/>
              <ac:picMk id="11" creationId="{A8F2EF2C-3F1A-09A2-B6AC-2C336964517C}"/>
            </ac:picMkLst>
          </pc:picChg>
        </pc:sldLayoutChg>
        <pc:sldLayoutChg chg="addSp delSp modSp mod">
          <pc:chgData name="Suzanne Conder" userId="0d494b33-eb5e-4e6e-ac89-c59ea1a73de1" providerId="ADAL" clId="{8CB5F24F-FC82-4A31-9699-43B157CFD176}" dt="2025-02-03T13:18:53.473" v="544" actId="2711"/>
          <pc:sldLayoutMkLst>
            <pc:docMk/>
            <pc:sldMasterMk cId="147608954" sldId="2147483648"/>
            <pc:sldLayoutMk cId="1755248133" sldId="2147483657"/>
          </pc:sldLayoutMkLst>
          <pc:spChg chg="del">
            <ac:chgData name="Suzanne Conder" userId="0d494b33-eb5e-4e6e-ac89-c59ea1a73de1" providerId="ADAL" clId="{8CB5F24F-FC82-4A31-9699-43B157CFD176}" dt="2025-02-03T13:08:35.220" v="276" actId="478"/>
            <ac:spMkLst>
              <pc:docMk/>
              <pc:sldMasterMk cId="147608954" sldId="2147483648"/>
              <pc:sldLayoutMk cId="1755248133" sldId="2147483657"/>
              <ac:spMk id="2" creationId="{6115DB07-4AEE-EDD5-F9DD-2611FED2D388}"/>
            </ac:spMkLst>
          </pc:spChg>
          <pc:spChg chg="del">
            <ac:chgData name="Suzanne Conder" userId="0d494b33-eb5e-4e6e-ac89-c59ea1a73de1" providerId="ADAL" clId="{8CB5F24F-FC82-4A31-9699-43B157CFD176}" dt="2025-02-03T13:08:34.216" v="275" actId="478"/>
            <ac:spMkLst>
              <pc:docMk/>
              <pc:sldMasterMk cId="147608954" sldId="2147483648"/>
              <pc:sldLayoutMk cId="1755248133" sldId="2147483657"/>
              <ac:spMk id="3" creationId="{074926FA-96B5-8676-47BF-C79E2E2E6247}"/>
            </ac:spMkLst>
          </pc:spChg>
          <pc:spChg chg="del mod">
            <ac:chgData name="Suzanne Conder" userId="0d494b33-eb5e-4e6e-ac89-c59ea1a73de1" providerId="ADAL" clId="{8CB5F24F-FC82-4A31-9699-43B157CFD176}" dt="2025-02-03T13:08:44.970" v="283" actId="478"/>
            <ac:spMkLst>
              <pc:docMk/>
              <pc:sldMasterMk cId="147608954" sldId="2147483648"/>
              <pc:sldLayoutMk cId="1755248133" sldId="2147483657"/>
              <ac:spMk id="4" creationId="{46DEBF3F-E0E3-772D-CBD5-A0F3CA65F2B8}"/>
            </ac:spMkLst>
          </pc:spChg>
          <pc:spChg chg="del">
            <ac:chgData name="Suzanne Conder" userId="0d494b33-eb5e-4e6e-ac89-c59ea1a73de1" providerId="ADAL" clId="{8CB5F24F-FC82-4A31-9699-43B157CFD176}" dt="2025-02-03T13:08:36.887" v="278" actId="478"/>
            <ac:spMkLst>
              <pc:docMk/>
              <pc:sldMasterMk cId="147608954" sldId="2147483648"/>
              <pc:sldLayoutMk cId="1755248133" sldId="2147483657"/>
              <ac:spMk id="5" creationId="{F0265A87-4C5C-06A6-1484-7E4B913BD474}"/>
            </ac:spMkLst>
          </pc:spChg>
          <pc:spChg chg="del">
            <ac:chgData name="Suzanne Conder" userId="0d494b33-eb5e-4e6e-ac89-c59ea1a73de1" providerId="ADAL" clId="{8CB5F24F-FC82-4A31-9699-43B157CFD176}" dt="2025-02-03T13:08:37.910" v="279" actId="478"/>
            <ac:spMkLst>
              <pc:docMk/>
              <pc:sldMasterMk cId="147608954" sldId="2147483648"/>
              <pc:sldLayoutMk cId="1755248133" sldId="2147483657"/>
              <ac:spMk id="6" creationId="{38F6E3D1-C948-CA0D-D132-3C2F000189F3}"/>
            </ac:spMkLst>
          </pc:spChg>
          <pc:spChg chg="del">
            <ac:chgData name="Suzanne Conder" userId="0d494b33-eb5e-4e6e-ac89-c59ea1a73de1" providerId="ADAL" clId="{8CB5F24F-FC82-4A31-9699-43B157CFD176}" dt="2025-02-03T13:08:42.624" v="282" actId="478"/>
            <ac:spMkLst>
              <pc:docMk/>
              <pc:sldMasterMk cId="147608954" sldId="2147483648"/>
              <pc:sldLayoutMk cId="1755248133" sldId="2147483657"/>
              <ac:spMk id="7" creationId="{B35FB2B4-6A79-0BD2-899C-D203C6FBC84D}"/>
            </ac:spMkLst>
          </pc:spChg>
          <pc:spChg chg="add mod">
            <ac:chgData name="Suzanne Conder" userId="0d494b33-eb5e-4e6e-ac89-c59ea1a73de1" providerId="ADAL" clId="{8CB5F24F-FC82-4A31-9699-43B157CFD176}" dt="2025-02-03T13:08:32.260" v="274"/>
            <ac:spMkLst>
              <pc:docMk/>
              <pc:sldMasterMk cId="147608954" sldId="2147483648"/>
              <pc:sldLayoutMk cId="1755248133" sldId="2147483657"/>
              <ac:spMk id="8" creationId="{CE5EB87A-E28E-DD9C-FCD9-800B882172AA}"/>
            </ac:spMkLst>
          </pc:spChg>
          <pc:spChg chg="add del">
            <ac:chgData name="Suzanne Conder" userId="0d494b33-eb5e-4e6e-ac89-c59ea1a73de1" providerId="ADAL" clId="{8CB5F24F-FC82-4A31-9699-43B157CFD176}" dt="2025-02-03T13:08:56.851" v="284" actId="11529"/>
            <ac:spMkLst>
              <pc:docMk/>
              <pc:sldMasterMk cId="147608954" sldId="2147483648"/>
              <pc:sldLayoutMk cId="1755248133" sldId="2147483657"/>
              <ac:spMk id="12" creationId="{A6904003-0F82-67EC-5C92-A972487E6229}"/>
            </ac:spMkLst>
          </pc:spChg>
          <pc:spChg chg="add mod">
            <ac:chgData name="Suzanne Conder" userId="0d494b33-eb5e-4e6e-ac89-c59ea1a73de1" providerId="ADAL" clId="{8CB5F24F-FC82-4A31-9699-43B157CFD176}" dt="2025-02-03T13:18:48.030" v="542" actId="2711"/>
            <ac:spMkLst>
              <pc:docMk/>
              <pc:sldMasterMk cId="147608954" sldId="2147483648"/>
              <pc:sldLayoutMk cId="1755248133" sldId="2147483657"/>
              <ac:spMk id="13" creationId="{388E80F9-B825-962D-890D-8FF6767BFB84}"/>
            </ac:spMkLst>
          </pc:spChg>
          <pc:spChg chg="add del mod">
            <ac:chgData name="Suzanne Conder" userId="0d494b33-eb5e-4e6e-ac89-c59ea1a73de1" providerId="ADAL" clId="{8CB5F24F-FC82-4A31-9699-43B157CFD176}" dt="2025-02-03T13:10:12.007" v="310" actId="478"/>
            <ac:spMkLst>
              <pc:docMk/>
              <pc:sldMasterMk cId="147608954" sldId="2147483648"/>
              <pc:sldLayoutMk cId="1755248133" sldId="2147483657"/>
              <ac:spMk id="14" creationId="{DE076239-D284-C0E8-EAD8-B774F0E7491B}"/>
            </ac:spMkLst>
          </pc:spChg>
          <pc:spChg chg="add mod">
            <ac:chgData name="Suzanne Conder" userId="0d494b33-eb5e-4e6e-ac89-c59ea1a73de1" providerId="ADAL" clId="{8CB5F24F-FC82-4A31-9699-43B157CFD176}" dt="2025-02-03T13:18:53.473" v="544" actId="2711"/>
            <ac:spMkLst>
              <pc:docMk/>
              <pc:sldMasterMk cId="147608954" sldId="2147483648"/>
              <pc:sldLayoutMk cId="1755248133" sldId="2147483657"/>
              <ac:spMk id="15" creationId="{2CE3239E-5154-849C-D694-6065702513F8}"/>
            </ac:spMkLst>
          </pc:spChg>
          <pc:spChg chg="add mod">
            <ac:chgData name="Suzanne Conder" userId="0d494b33-eb5e-4e6e-ac89-c59ea1a73de1" providerId="ADAL" clId="{8CB5F24F-FC82-4A31-9699-43B157CFD176}" dt="2025-02-03T13:09:54.902" v="307"/>
            <ac:spMkLst>
              <pc:docMk/>
              <pc:sldMasterMk cId="147608954" sldId="2147483648"/>
              <pc:sldLayoutMk cId="1755248133" sldId="2147483657"/>
              <ac:spMk id="16" creationId="{0F5EB974-C620-A952-1713-7CB7FCF009D9}"/>
            </ac:spMkLst>
          </pc:spChg>
          <pc:spChg chg="add mod">
            <ac:chgData name="Suzanne Conder" userId="0d494b33-eb5e-4e6e-ac89-c59ea1a73de1" providerId="ADAL" clId="{8CB5F24F-FC82-4A31-9699-43B157CFD176}" dt="2025-02-03T13:09:54.902" v="307"/>
            <ac:spMkLst>
              <pc:docMk/>
              <pc:sldMasterMk cId="147608954" sldId="2147483648"/>
              <pc:sldLayoutMk cId="1755248133" sldId="2147483657"/>
              <ac:spMk id="17" creationId="{41E94278-2534-CEB2-2FB0-C8D08ED69FD2}"/>
            </ac:spMkLst>
          </pc:spChg>
          <pc:spChg chg="add mod">
            <ac:chgData name="Suzanne Conder" userId="0d494b33-eb5e-4e6e-ac89-c59ea1a73de1" providerId="ADAL" clId="{8CB5F24F-FC82-4A31-9699-43B157CFD176}" dt="2025-02-03T13:18:50.612" v="543" actId="2711"/>
            <ac:spMkLst>
              <pc:docMk/>
              <pc:sldMasterMk cId="147608954" sldId="2147483648"/>
              <pc:sldLayoutMk cId="1755248133" sldId="2147483657"/>
              <ac:spMk id="18" creationId="{183490F1-53C7-DBE1-89BE-4800A68111A7}"/>
            </ac:spMkLst>
          </pc:spChg>
          <pc:picChg chg="add del mod">
            <ac:chgData name="Suzanne Conder" userId="0d494b33-eb5e-4e6e-ac89-c59ea1a73de1" providerId="ADAL" clId="{8CB5F24F-FC82-4A31-9699-43B157CFD176}" dt="2025-02-03T13:09:13.247" v="289" actId="478"/>
            <ac:picMkLst>
              <pc:docMk/>
              <pc:sldMasterMk cId="147608954" sldId="2147483648"/>
              <pc:sldLayoutMk cId="1755248133" sldId="2147483657"/>
              <ac:picMk id="9" creationId="{5517E3D9-3995-EF72-7F6D-95E00FB69909}"/>
            </ac:picMkLst>
          </pc:picChg>
          <pc:picChg chg="add del mod">
            <ac:chgData name="Suzanne Conder" userId="0d494b33-eb5e-4e6e-ac89-c59ea1a73de1" providerId="ADAL" clId="{8CB5F24F-FC82-4A31-9699-43B157CFD176}" dt="2025-02-03T13:09:16.637" v="291" actId="478"/>
            <ac:picMkLst>
              <pc:docMk/>
              <pc:sldMasterMk cId="147608954" sldId="2147483648"/>
              <pc:sldLayoutMk cId="1755248133" sldId="2147483657"/>
              <ac:picMk id="10" creationId="{368F4F20-66A0-09A9-A445-E786EAFDF8B9}"/>
            </ac:picMkLst>
          </pc:picChg>
          <pc:picChg chg="add del mod">
            <ac:chgData name="Suzanne Conder" userId="0d494b33-eb5e-4e6e-ac89-c59ea1a73de1" providerId="ADAL" clId="{8CB5F24F-FC82-4A31-9699-43B157CFD176}" dt="2025-02-03T13:09:31.725" v="295" actId="478"/>
            <ac:picMkLst>
              <pc:docMk/>
              <pc:sldMasterMk cId="147608954" sldId="2147483648"/>
              <pc:sldLayoutMk cId="1755248133" sldId="2147483657"/>
              <ac:picMk id="11" creationId="{BB9AFA4B-BD6D-DBAA-F479-E2FFB5FED251}"/>
            </ac:picMkLst>
          </pc:picChg>
        </pc:sldLayoutChg>
        <pc:sldLayoutChg chg="addSp delSp modSp mod setBg">
          <pc:chgData name="Suzanne Conder" userId="0d494b33-eb5e-4e6e-ac89-c59ea1a73de1" providerId="ADAL" clId="{8CB5F24F-FC82-4A31-9699-43B157CFD176}" dt="2025-02-03T13:18:43.061" v="541" actId="2711"/>
          <pc:sldLayoutMkLst>
            <pc:docMk/>
            <pc:sldMasterMk cId="147608954" sldId="2147483648"/>
            <pc:sldLayoutMk cId="1348386085" sldId="2147483658"/>
          </pc:sldLayoutMkLst>
          <pc:spChg chg="del">
            <ac:chgData name="Suzanne Conder" userId="0d494b33-eb5e-4e6e-ac89-c59ea1a73de1" providerId="ADAL" clId="{8CB5F24F-FC82-4A31-9699-43B157CFD176}" dt="2025-02-03T13:10:45.898" v="325" actId="478"/>
            <ac:spMkLst>
              <pc:docMk/>
              <pc:sldMasterMk cId="147608954" sldId="2147483648"/>
              <pc:sldLayoutMk cId="1348386085" sldId="2147483658"/>
              <ac:spMk id="2" creationId="{B55D3313-4F94-3B81-7B9A-F1EF7C9DC7AE}"/>
            </ac:spMkLst>
          </pc:spChg>
          <pc:spChg chg="del">
            <ac:chgData name="Suzanne Conder" userId="0d494b33-eb5e-4e6e-ac89-c59ea1a73de1" providerId="ADAL" clId="{8CB5F24F-FC82-4A31-9699-43B157CFD176}" dt="2025-02-03T13:10:44.479" v="324" actId="478"/>
            <ac:spMkLst>
              <pc:docMk/>
              <pc:sldMasterMk cId="147608954" sldId="2147483648"/>
              <pc:sldLayoutMk cId="1348386085" sldId="2147483658"/>
              <ac:spMk id="3" creationId="{788F0787-B18E-4485-D855-56BC2545C297}"/>
            </ac:spMkLst>
          </pc:spChg>
          <pc:spChg chg="del">
            <ac:chgData name="Suzanne Conder" userId="0d494b33-eb5e-4e6e-ac89-c59ea1a73de1" providerId="ADAL" clId="{8CB5F24F-FC82-4A31-9699-43B157CFD176}" dt="2025-02-03T13:10:46.794" v="326" actId="478"/>
            <ac:spMkLst>
              <pc:docMk/>
              <pc:sldMasterMk cId="147608954" sldId="2147483648"/>
              <pc:sldLayoutMk cId="1348386085" sldId="2147483658"/>
              <ac:spMk id="4" creationId="{F1D5D5FE-5998-BA84-F656-E4B4FFAE18BA}"/>
            </ac:spMkLst>
          </pc:spChg>
          <pc:spChg chg="del">
            <ac:chgData name="Suzanne Conder" userId="0d494b33-eb5e-4e6e-ac89-c59ea1a73de1" providerId="ADAL" clId="{8CB5F24F-FC82-4A31-9699-43B157CFD176}" dt="2025-02-03T13:10:47.512" v="327" actId="478"/>
            <ac:spMkLst>
              <pc:docMk/>
              <pc:sldMasterMk cId="147608954" sldId="2147483648"/>
              <pc:sldLayoutMk cId="1348386085" sldId="2147483658"/>
              <ac:spMk id="5" creationId="{007C0E61-E5FB-25EC-3328-076723C63A51}"/>
            </ac:spMkLst>
          </pc:spChg>
          <pc:spChg chg="del">
            <ac:chgData name="Suzanne Conder" userId="0d494b33-eb5e-4e6e-ac89-c59ea1a73de1" providerId="ADAL" clId="{8CB5F24F-FC82-4A31-9699-43B157CFD176}" dt="2025-02-03T13:10:48.197" v="328" actId="478"/>
            <ac:spMkLst>
              <pc:docMk/>
              <pc:sldMasterMk cId="147608954" sldId="2147483648"/>
              <pc:sldLayoutMk cId="1348386085" sldId="2147483658"/>
              <ac:spMk id="6" creationId="{5163EF2F-F666-A0C7-8ADD-9429CE9D37D5}"/>
            </ac:spMkLst>
          </pc:spChg>
          <pc:spChg chg="add mod">
            <ac:chgData name="Suzanne Conder" userId="0d494b33-eb5e-4e6e-ac89-c59ea1a73de1" providerId="ADAL" clId="{8CB5F24F-FC82-4A31-9699-43B157CFD176}" dt="2025-02-03T13:10:48.858" v="329"/>
            <ac:spMkLst>
              <pc:docMk/>
              <pc:sldMasterMk cId="147608954" sldId="2147483648"/>
              <pc:sldLayoutMk cId="1348386085" sldId="2147483658"/>
              <ac:spMk id="7" creationId="{44CF460B-FE2A-558B-F597-BA05A6D0E20E}"/>
            </ac:spMkLst>
          </pc:spChg>
          <pc:spChg chg="add mod">
            <ac:chgData name="Suzanne Conder" userId="0d494b33-eb5e-4e6e-ac89-c59ea1a73de1" providerId="ADAL" clId="{8CB5F24F-FC82-4A31-9699-43B157CFD176}" dt="2025-02-03T13:10:58.022" v="331"/>
            <ac:spMkLst>
              <pc:docMk/>
              <pc:sldMasterMk cId="147608954" sldId="2147483648"/>
              <pc:sldLayoutMk cId="1348386085" sldId="2147483658"/>
              <ac:spMk id="9" creationId="{AF0064AA-B0BA-420E-4972-EBC6F8E63CA9}"/>
            </ac:spMkLst>
          </pc:spChg>
          <pc:spChg chg="add mod">
            <ac:chgData name="Suzanne Conder" userId="0d494b33-eb5e-4e6e-ac89-c59ea1a73de1" providerId="ADAL" clId="{8CB5F24F-FC82-4A31-9699-43B157CFD176}" dt="2025-02-03T13:10:58.022" v="331"/>
            <ac:spMkLst>
              <pc:docMk/>
              <pc:sldMasterMk cId="147608954" sldId="2147483648"/>
              <pc:sldLayoutMk cId="1348386085" sldId="2147483658"/>
              <ac:spMk id="10" creationId="{40EF5B9E-89F4-2046-63E3-50EF0C0FA559}"/>
            </ac:spMkLst>
          </pc:spChg>
          <pc:spChg chg="add del">
            <ac:chgData name="Suzanne Conder" userId="0d494b33-eb5e-4e6e-ac89-c59ea1a73de1" providerId="ADAL" clId="{8CB5F24F-FC82-4A31-9699-43B157CFD176}" dt="2025-02-03T13:11:07.500" v="332" actId="11529"/>
            <ac:spMkLst>
              <pc:docMk/>
              <pc:sldMasterMk cId="147608954" sldId="2147483648"/>
              <pc:sldLayoutMk cId="1348386085" sldId="2147483658"/>
              <ac:spMk id="11" creationId="{08C4F610-FA74-D99F-74D5-A8A164EE8929}"/>
            </ac:spMkLst>
          </pc:spChg>
          <pc:spChg chg="add mod">
            <ac:chgData name="Suzanne Conder" userId="0d494b33-eb5e-4e6e-ac89-c59ea1a73de1" providerId="ADAL" clId="{8CB5F24F-FC82-4A31-9699-43B157CFD176}" dt="2025-02-03T13:18:43.061" v="541" actId="2711"/>
            <ac:spMkLst>
              <pc:docMk/>
              <pc:sldMasterMk cId="147608954" sldId="2147483648"/>
              <pc:sldLayoutMk cId="1348386085" sldId="2147483658"/>
              <ac:spMk id="12" creationId="{6BE7598B-FC4C-2E58-BF0D-AAA03997F80A}"/>
            </ac:spMkLst>
          </pc:spChg>
          <pc:picChg chg="add del mod">
            <ac:chgData name="Suzanne Conder" userId="0d494b33-eb5e-4e6e-ac89-c59ea1a73de1" providerId="ADAL" clId="{8CB5F24F-FC82-4A31-9699-43B157CFD176}" dt="2025-02-03T13:11:11.725" v="344" actId="478"/>
            <ac:picMkLst>
              <pc:docMk/>
              <pc:sldMasterMk cId="147608954" sldId="2147483648"/>
              <pc:sldLayoutMk cId="1348386085" sldId="2147483658"/>
              <ac:picMk id="8" creationId="{4F6BB4D9-208B-ED65-9C40-75B3B4D64C67}"/>
            </ac:picMkLst>
          </pc:picChg>
        </pc:sldLayoutChg>
        <pc:sldLayoutChg chg="addSp delSp modSp mod">
          <pc:chgData name="Suzanne Conder" userId="0d494b33-eb5e-4e6e-ac89-c59ea1a73de1" providerId="ADAL" clId="{8CB5F24F-FC82-4A31-9699-43B157CFD176}" dt="2025-02-14T11:18:27.309" v="993" actId="207"/>
          <pc:sldLayoutMkLst>
            <pc:docMk/>
            <pc:sldMasterMk cId="147608954" sldId="2147483648"/>
            <pc:sldLayoutMk cId="4025976249" sldId="2147483659"/>
          </pc:sldLayoutMkLst>
          <pc:spChg chg="del">
            <ac:chgData name="Suzanne Conder" userId="0d494b33-eb5e-4e6e-ac89-c59ea1a73de1" providerId="ADAL" clId="{8CB5F24F-FC82-4A31-9699-43B157CFD176}" dt="2025-02-03T13:15:52.133" v="520" actId="478"/>
            <ac:spMkLst>
              <pc:docMk/>
              <pc:sldMasterMk cId="147608954" sldId="2147483648"/>
              <pc:sldLayoutMk cId="4025976249" sldId="2147483659"/>
              <ac:spMk id="2" creationId="{FE441A48-F2E4-024B-2A15-F7926030F113}"/>
            </ac:spMkLst>
          </pc:spChg>
          <pc:spChg chg="del">
            <ac:chgData name="Suzanne Conder" userId="0d494b33-eb5e-4e6e-ac89-c59ea1a73de1" providerId="ADAL" clId="{8CB5F24F-FC82-4A31-9699-43B157CFD176}" dt="2025-02-03T13:15:51.378" v="519" actId="478"/>
            <ac:spMkLst>
              <pc:docMk/>
              <pc:sldMasterMk cId="147608954" sldId="2147483648"/>
              <pc:sldLayoutMk cId="4025976249" sldId="2147483659"/>
              <ac:spMk id="3" creationId="{6A885A7A-85F0-5843-712C-8363280E7F3B}"/>
            </ac:spMkLst>
          </pc:spChg>
          <pc:spChg chg="del">
            <ac:chgData name="Suzanne Conder" userId="0d494b33-eb5e-4e6e-ac89-c59ea1a73de1" providerId="ADAL" clId="{8CB5F24F-FC82-4A31-9699-43B157CFD176}" dt="2025-02-03T13:15:50.059" v="517" actId="478"/>
            <ac:spMkLst>
              <pc:docMk/>
              <pc:sldMasterMk cId="147608954" sldId="2147483648"/>
              <pc:sldLayoutMk cId="4025976249" sldId="2147483659"/>
              <ac:spMk id="4" creationId="{64B2EF8E-7312-64C6-C497-46EBD49ED500}"/>
            </ac:spMkLst>
          </pc:spChg>
          <pc:spChg chg="del">
            <ac:chgData name="Suzanne Conder" userId="0d494b33-eb5e-4e6e-ac89-c59ea1a73de1" providerId="ADAL" clId="{8CB5F24F-FC82-4A31-9699-43B157CFD176}" dt="2025-02-03T13:15:51.079" v="518" actId="478"/>
            <ac:spMkLst>
              <pc:docMk/>
              <pc:sldMasterMk cId="147608954" sldId="2147483648"/>
              <pc:sldLayoutMk cId="4025976249" sldId="2147483659"/>
              <ac:spMk id="5" creationId="{D4EDBDB6-668E-7E7D-2B77-AA87BCE545B8}"/>
            </ac:spMkLst>
          </pc:spChg>
          <pc:spChg chg="del">
            <ac:chgData name="Suzanne Conder" userId="0d494b33-eb5e-4e6e-ac89-c59ea1a73de1" providerId="ADAL" clId="{8CB5F24F-FC82-4A31-9699-43B157CFD176}" dt="2025-02-03T13:15:52.447" v="521" actId="478"/>
            <ac:spMkLst>
              <pc:docMk/>
              <pc:sldMasterMk cId="147608954" sldId="2147483648"/>
              <pc:sldLayoutMk cId="4025976249" sldId="2147483659"/>
              <ac:spMk id="6" creationId="{6A9D7FCE-A615-1051-FA0D-1D5B6B14F180}"/>
            </ac:spMkLst>
          </pc:spChg>
          <pc:spChg chg="add mod">
            <ac:chgData name="Suzanne Conder" userId="0d494b33-eb5e-4e6e-ac89-c59ea1a73de1" providerId="ADAL" clId="{8CB5F24F-FC82-4A31-9699-43B157CFD176}" dt="2025-02-03T13:26:57.404" v="582" actId="207"/>
            <ac:spMkLst>
              <pc:docMk/>
              <pc:sldMasterMk cId="147608954" sldId="2147483648"/>
              <pc:sldLayoutMk cId="4025976249" sldId="2147483659"/>
              <ac:spMk id="7" creationId="{403B5EBA-655B-A2BD-AC59-0A4B4E8823F1}"/>
            </ac:spMkLst>
          </pc:spChg>
          <pc:spChg chg="add del mod">
            <ac:chgData name="Suzanne Conder" userId="0d494b33-eb5e-4e6e-ac89-c59ea1a73de1" providerId="ADAL" clId="{8CB5F24F-FC82-4A31-9699-43B157CFD176}" dt="2025-02-03T13:16:13.745" v="525" actId="478"/>
            <ac:spMkLst>
              <pc:docMk/>
              <pc:sldMasterMk cId="147608954" sldId="2147483648"/>
              <pc:sldLayoutMk cId="4025976249" sldId="2147483659"/>
              <ac:spMk id="8" creationId="{3D315DF6-58B4-E8CA-E1E0-1DC86A185550}"/>
            </ac:spMkLst>
          </pc:spChg>
          <pc:spChg chg="add del mod">
            <ac:chgData name="Suzanne Conder" userId="0d494b33-eb5e-4e6e-ac89-c59ea1a73de1" providerId="ADAL" clId="{8CB5F24F-FC82-4A31-9699-43B157CFD176}" dt="2025-02-03T13:16:14.858" v="526" actId="478"/>
            <ac:spMkLst>
              <pc:docMk/>
              <pc:sldMasterMk cId="147608954" sldId="2147483648"/>
              <pc:sldLayoutMk cId="4025976249" sldId="2147483659"/>
              <ac:spMk id="9" creationId="{08622669-F0D9-C4E0-DA6B-4BE4863B97BF}"/>
            </ac:spMkLst>
          </pc:spChg>
          <pc:spChg chg="add del">
            <ac:chgData name="Suzanne Conder" userId="0d494b33-eb5e-4e6e-ac89-c59ea1a73de1" providerId="ADAL" clId="{8CB5F24F-FC82-4A31-9699-43B157CFD176}" dt="2025-02-03T13:16:10.981" v="524" actId="11529"/>
            <ac:spMkLst>
              <pc:docMk/>
              <pc:sldMasterMk cId="147608954" sldId="2147483648"/>
              <pc:sldLayoutMk cId="4025976249" sldId="2147483659"/>
              <ac:spMk id="10" creationId="{F9D43F96-7660-9732-4F01-A7C1CC953A18}"/>
            </ac:spMkLst>
          </pc:spChg>
          <pc:spChg chg="add mod">
            <ac:chgData name="Suzanne Conder" userId="0d494b33-eb5e-4e6e-ac89-c59ea1a73de1" providerId="ADAL" clId="{8CB5F24F-FC82-4A31-9699-43B157CFD176}" dt="2025-02-14T11:18:27.309" v="993" actId="207"/>
            <ac:spMkLst>
              <pc:docMk/>
              <pc:sldMasterMk cId="147608954" sldId="2147483648"/>
              <pc:sldLayoutMk cId="4025976249" sldId="2147483659"/>
              <ac:spMk id="11" creationId="{B25135FE-DE46-4FFE-29E2-9B2D2FB412B9}"/>
            </ac:spMkLst>
          </pc:spChg>
          <pc:spChg chg="add mod">
            <ac:chgData name="Suzanne Conder" userId="0d494b33-eb5e-4e6e-ac89-c59ea1a73de1" providerId="ADAL" clId="{8CB5F24F-FC82-4A31-9699-43B157CFD176}" dt="2025-02-03T13:16:39.790" v="531"/>
            <ac:spMkLst>
              <pc:docMk/>
              <pc:sldMasterMk cId="147608954" sldId="2147483648"/>
              <pc:sldLayoutMk cId="4025976249" sldId="2147483659"/>
              <ac:spMk id="12" creationId="{14618571-F85D-AC08-B648-B4D897654D01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5:25:36.128" v="979" actId="16037"/>
          <pc:sldLayoutMkLst>
            <pc:docMk/>
            <pc:sldMasterMk cId="147608954" sldId="2147483648"/>
            <pc:sldLayoutMk cId="2972565133" sldId="2147483669"/>
          </pc:sldLayoutMkLst>
          <pc:spChg chg="mod">
            <ac:chgData name="Suzanne Conder" userId="0d494b33-eb5e-4e6e-ac89-c59ea1a73de1" providerId="ADAL" clId="{8CB5F24F-FC82-4A31-9699-43B157CFD176}" dt="2025-02-03T15:25:36.128" v="979" actId="16037"/>
            <ac:spMkLst>
              <pc:docMk/>
              <pc:sldMasterMk cId="147608954" sldId="2147483648"/>
              <pc:sldLayoutMk cId="2972565133" sldId="2147483669"/>
              <ac:spMk id="12" creationId="{4A051DD2-395E-5D4D-20F4-7E4351A1225E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2:54:08.110" v="230" actId="207"/>
          <pc:sldLayoutMkLst>
            <pc:docMk/>
            <pc:sldMasterMk cId="147608954" sldId="2147483648"/>
            <pc:sldLayoutMk cId="3751632538" sldId="2147483679"/>
          </pc:sldLayoutMkLst>
          <pc:spChg chg="mod">
            <ac:chgData name="Suzanne Conder" userId="0d494b33-eb5e-4e6e-ac89-c59ea1a73de1" providerId="ADAL" clId="{8CB5F24F-FC82-4A31-9699-43B157CFD176}" dt="2025-02-03T12:54:08.110" v="230" actId="207"/>
            <ac:spMkLst>
              <pc:docMk/>
              <pc:sldMasterMk cId="147608954" sldId="2147483648"/>
              <pc:sldLayoutMk cId="3751632538" sldId="2147483679"/>
              <ac:spMk id="5" creationId="{401F4BC0-DB2E-927C-44D3-8624C9827444}"/>
            </ac:spMkLst>
          </pc:spChg>
          <pc:spChg chg="mod">
            <ac:chgData name="Suzanne Conder" userId="0d494b33-eb5e-4e6e-ac89-c59ea1a73de1" providerId="ADAL" clId="{8CB5F24F-FC82-4A31-9699-43B157CFD176}" dt="2025-02-03T12:54:08.110" v="230" actId="207"/>
            <ac:spMkLst>
              <pc:docMk/>
              <pc:sldMasterMk cId="147608954" sldId="2147483648"/>
              <pc:sldLayoutMk cId="3751632538" sldId="2147483679"/>
              <ac:spMk id="6" creationId="{F740A99C-B4C9-4B5C-36AA-E22C8EABC2EA}"/>
            </ac:spMkLst>
          </pc:spChg>
          <pc:spChg chg="mod">
            <ac:chgData name="Suzanne Conder" userId="0d494b33-eb5e-4e6e-ac89-c59ea1a73de1" providerId="ADAL" clId="{8CB5F24F-FC82-4A31-9699-43B157CFD176}" dt="2025-02-03T12:54:08.110" v="230" actId="207"/>
            <ac:spMkLst>
              <pc:docMk/>
              <pc:sldMasterMk cId="147608954" sldId="2147483648"/>
              <pc:sldLayoutMk cId="3751632538" sldId="2147483679"/>
              <ac:spMk id="7" creationId="{C174F619-5B36-60A5-FF84-54C3958B803E}"/>
            </ac:spMkLst>
          </pc:spChg>
          <pc:spChg chg="mod">
            <ac:chgData name="Suzanne Conder" userId="0d494b33-eb5e-4e6e-ac89-c59ea1a73de1" providerId="ADAL" clId="{8CB5F24F-FC82-4A31-9699-43B157CFD176}" dt="2025-02-03T12:54:08.110" v="230" actId="207"/>
            <ac:spMkLst>
              <pc:docMk/>
              <pc:sldMasterMk cId="147608954" sldId="2147483648"/>
              <pc:sldLayoutMk cId="3751632538" sldId="2147483679"/>
              <ac:spMk id="8" creationId="{73F42807-12A9-A402-2FB7-407D053C683A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5:23:28.860" v="975" actId="16037"/>
          <pc:sldLayoutMkLst>
            <pc:docMk/>
            <pc:sldMasterMk cId="147608954" sldId="2147483648"/>
            <pc:sldLayoutMk cId="3731854236" sldId="2147483680"/>
          </pc:sldLayoutMkLst>
          <pc:spChg chg="mod">
            <ac:chgData name="Suzanne Conder" userId="0d494b33-eb5e-4e6e-ac89-c59ea1a73de1" providerId="ADAL" clId="{8CB5F24F-FC82-4A31-9699-43B157CFD176}" dt="2025-02-03T12:54:03.702" v="229" actId="207"/>
            <ac:spMkLst>
              <pc:docMk/>
              <pc:sldMasterMk cId="147608954" sldId="2147483648"/>
              <pc:sldLayoutMk cId="3731854236" sldId="2147483680"/>
              <ac:spMk id="5" creationId="{401F4BC0-DB2E-927C-44D3-8624C9827444}"/>
            </ac:spMkLst>
          </pc:spChg>
          <pc:spChg chg="mod">
            <ac:chgData name="Suzanne Conder" userId="0d494b33-eb5e-4e6e-ac89-c59ea1a73de1" providerId="ADAL" clId="{8CB5F24F-FC82-4A31-9699-43B157CFD176}" dt="2025-02-03T12:54:03.702" v="229" actId="207"/>
            <ac:spMkLst>
              <pc:docMk/>
              <pc:sldMasterMk cId="147608954" sldId="2147483648"/>
              <pc:sldLayoutMk cId="3731854236" sldId="2147483680"/>
              <ac:spMk id="6" creationId="{F740A99C-B4C9-4B5C-36AA-E22C8EABC2EA}"/>
            </ac:spMkLst>
          </pc:spChg>
          <pc:spChg chg="mod">
            <ac:chgData name="Suzanne Conder" userId="0d494b33-eb5e-4e6e-ac89-c59ea1a73de1" providerId="ADAL" clId="{8CB5F24F-FC82-4A31-9699-43B157CFD176}" dt="2025-02-03T12:54:03.702" v="229" actId="207"/>
            <ac:spMkLst>
              <pc:docMk/>
              <pc:sldMasterMk cId="147608954" sldId="2147483648"/>
              <pc:sldLayoutMk cId="3731854236" sldId="2147483680"/>
              <ac:spMk id="7" creationId="{C174F619-5B36-60A5-FF84-54C3958B803E}"/>
            </ac:spMkLst>
          </pc:spChg>
          <pc:spChg chg="mod">
            <ac:chgData name="Suzanne Conder" userId="0d494b33-eb5e-4e6e-ac89-c59ea1a73de1" providerId="ADAL" clId="{8CB5F24F-FC82-4A31-9699-43B157CFD176}" dt="2025-02-03T12:54:03.702" v="229" actId="207"/>
            <ac:spMkLst>
              <pc:docMk/>
              <pc:sldMasterMk cId="147608954" sldId="2147483648"/>
              <pc:sldLayoutMk cId="3731854236" sldId="2147483680"/>
              <ac:spMk id="8" creationId="{73F42807-12A9-A402-2FB7-407D053C683A}"/>
            </ac:spMkLst>
          </pc:spChg>
          <pc:spChg chg="mod">
            <ac:chgData name="Suzanne Conder" userId="0d494b33-eb5e-4e6e-ac89-c59ea1a73de1" providerId="ADAL" clId="{8CB5F24F-FC82-4A31-9699-43B157CFD176}" dt="2025-02-03T15:23:28.860" v="975" actId="16037"/>
            <ac:spMkLst>
              <pc:docMk/>
              <pc:sldMasterMk cId="147608954" sldId="2147483648"/>
              <pc:sldLayoutMk cId="3731854236" sldId="2147483680"/>
              <ac:spMk id="9" creationId="{4840FD20-AE00-7B96-0BA1-72256A439A2F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1:10:23.001" v="0" actId="207"/>
          <pc:sldLayoutMkLst>
            <pc:docMk/>
            <pc:sldMasterMk cId="147608954" sldId="2147483648"/>
            <pc:sldLayoutMk cId="1299041496" sldId="2147483681"/>
          </pc:sldLayoutMkLst>
          <pc:spChg chg="mod">
            <ac:chgData name="Suzanne Conder" userId="0d494b33-eb5e-4e6e-ac89-c59ea1a73de1" providerId="ADAL" clId="{8CB5F24F-FC82-4A31-9699-43B157CFD176}" dt="2025-02-03T11:10:23.001" v="0" actId="207"/>
            <ac:spMkLst>
              <pc:docMk/>
              <pc:sldMasterMk cId="147608954" sldId="2147483648"/>
              <pc:sldLayoutMk cId="1299041496" sldId="2147483681"/>
              <ac:spMk id="6" creationId="{4586B272-D182-9CED-3699-578279BEA764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1:11:01.828" v="2" actId="207"/>
          <pc:sldLayoutMkLst>
            <pc:docMk/>
            <pc:sldMasterMk cId="147608954" sldId="2147483648"/>
            <pc:sldLayoutMk cId="3731705905" sldId="2147483682"/>
          </pc:sldLayoutMkLst>
          <pc:spChg chg="mod">
            <ac:chgData name="Suzanne Conder" userId="0d494b33-eb5e-4e6e-ac89-c59ea1a73de1" providerId="ADAL" clId="{8CB5F24F-FC82-4A31-9699-43B157CFD176}" dt="2025-02-03T11:10:51.342" v="1" actId="1076"/>
            <ac:spMkLst>
              <pc:docMk/>
              <pc:sldMasterMk cId="147608954" sldId="2147483648"/>
              <pc:sldLayoutMk cId="3731705905" sldId="2147483682"/>
              <ac:spMk id="7" creationId="{73F7DB7D-55DC-A346-4B4A-56FC73ED76CA}"/>
            </ac:spMkLst>
          </pc:spChg>
          <pc:spChg chg="mod">
            <ac:chgData name="Suzanne Conder" userId="0d494b33-eb5e-4e6e-ac89-c59ea1a73de1" providerId="ADAL" clId="{8CB5F24F-FC82-4A31-9699-43B157CFD176}" dt="2025-02-03T11:10:51.342" v="1" actId="1076"/>
            <ac:spMkLst>
              <pc:docMk/>
              <pc:sldMasterMk cId="147608954" sldId="2147483648"/>
              <pc:sldLayoutMk cId="3731705905" sldId="2147483682"/>
              <ac:spMk id="8" creationId="{52713992-7CE8-F100-774A-FE05390C2EE8}"/>
            </ac:spMkLst>
          </pc:spChg>
          <pc:spChg chg="mod">
            <ac:chgData name="Suzanne Conder" userId="0d494b33-eb5e-4e6e-ac89-c59ea1a73de1" providerId="ADAL" clId="{8CB5F24F-FC82-4A31-9699-43B157CFD176}" dt="2025-02-03T11:10:51.342" v="1" actId="1076"/>
            <ac:spMkLst>
              <pc:docMk/>
              <pc:sldMasterMk cId="147608954" sldId="2147483648"/>
              <pc:sldLayoutMk cId="3731705905" sldId="2147483682"/>
              <ac:spMk id="9" creationId="{D308E1E0-ED03-CD1F-F49E-09AD994B9FC6}"/>
            </ac:spMkLst>
          </pc:spChg>
          <pc:spChg chg="mod">
            <ac:chgData name="Suzanne Conder" userId="0d494b33-eb5e-4e6e-ac89-c59ea1a73de1" providerId="ADAL" clId="{8CB5F24F-FC82-4A31-9699-43B157CFD176}" dt="2025-02-03T11:10:51.342" v="1" actId="1076"/>
            <ac:spMkLst>
              <pc:docMk/>
              <pc:sldMasterMk cId="147608954" sldId="2147483648"/>
              <pc:sldLayoutMk cId="3731705905" sldId="2147483682"/>
              <ac:spMk id="10" creationId="{1C7C80D5-3596-D397-1D31-80D5EAB8D82F}"/>
            </ac:spMkLst>
          </pc:spChg>
          <pc:spChg chg="mod">
            <ac:chgData name="Suzanne Conder" userId="0d494b33-eb5e-4e6e-ac89-c59ea1a73de1" providerId="ADAL" clId="{8CB5F24F-FC82-4A31-9699-43B157CFD176}" dt="2025-02-03T11:11:01.828" v="2" actId="207"/>
            <ac:spMkLst>
              <pc:docMk/>
              <pc:sldMasterMk cId="147608954" sldId="2147483648"/>
              <pc:sldLayoutMk cId="3731705905" sldId="2147483682"/>
              <ac:spMk id="12" creationId="{4A051DD2-395E-5D4D-20F4-7E4351A1225E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1:11:05.505" v="3" actId="207"/>
          <pc:sldLayoutMkLst>
            <pc:docMk/>
            <pc:sldMasterMk cId="147608954" sldId="2147483648"/>
            <pc:sldLayoutMk cId="3050429025" sldId="2147483683"/>
          </pc:sldLayoutMkLst>
          <pc:spChg chg="mod">
            <ac:chgData name="Suzanne Conder" userId="0d494b33-eb5e-4e6e-ac89-c59ea1a73de1" providerId="ADAL" clId="{8CB5F24F-FC82-4A31-9699-43B157CFD176}" dt="2025-02-03T11:11:05.505" v="3" actId="207"/>
            <ac:spMkLst>
              <pc:docMk/>
              <pc:sldMasterMk cId="147608954" sldId="2147483648"/>
              <pc:sldLayoutMk cId="3050429025" sldId="2147483683"/>
              <ac:spMk id="12" creationId="{4A051DD2-395E-5D4D-20F4-7E4351A1225E}"/>
            </ac:spMkLst>
          </pc:spChg>
        </pc:sldLayoutChg>
        <pc:sldLayoutChg chg="addSp delSp modSp mod">
          <pc:chgData name="Suzanne Conder" userId="0d494b33-eb5e-4e6e-ac89-c59ea1a73de1" providerId="ADAL" clId="{8CB5F24F-FC82-4A31-9699-43B157CFD176}" dt="2025-02-03T12:53:58.003" v="228" actId="207"/>
          <pc:sldLayoutMkLst>
            <pc:docMk/>
            <pc:sldMasterMk cId="147608954" sldId="2147483648"/>
            <pc:sldLayoutMk cId="3124789049" sldId="2147483685"/>
          </pc:sldLayoutMkLst>
          <pc:spChg chg="add del mod ord">
            <ac:chgData name="Suzanne Conder" userId="0d494b33-eb5e-4e6e-ac89-c59ea1a73de1" providerId="ADAL" clId="{8CB5F24F-FC82-4A31-9699-43B157CFD176}" dt="2025-02-03T11:40:21.137" v="51" actId="478"/>
            <ac:spMkLst>
              <pc:docMk/>
              <pc:sldMasterMk cId="147608954" sldId="2147483648"/>
              <pc:sldLayoutMk cId="3124789049" sldId="2147483685"/>
              <ac:spMk id="2" creationId="{D76FCE1E-D215-3952-F32E-A87121B95ACC}"/>
            </ac:spMkLst>
          </pc:spChg>
          <pc:spChg chg="add del mod ord">
            <ac:chgData name="Suzanne Conder" userId="0d494b33-eb5e-4e6e-ac89-c59ea1a73de1" providerId="ADAL" clId="{8CB5F24F-FC82-4A31-9699-43B157CFD176}" dt="2025-02-03T11:40:21.545" v="52" actId="478"/>
            <ac:spMkLst>
              <pc:docMk/>
              <pc:sldMasterMk cId="147608954" sldId="2147483648"/>
              <pc:sldLayoutMk cId="3124789049" sldId="2147483685"/>
              <ac:spMk id="3" creationId="{5B38FA5C-5639-BF5B-72BB-6F2BA7CA7F1E}"/>
            </ac:spMkLst>
          </pc:spChg>
          <pc:spChg chg="add del mod ord">
            <ac:chgData name="Suzanne Conder" userId="0d494b33-eb5e-4e6e-ac89-c59ea1a73de1" providerId="ADAL" clId="{8CB5F24F-FC82-4A31-9699-43B157CFD176}" dt="2025-02-03T11:40:21.907" v="53" actId="478"/>
            <ac:spMkLst>
              <pc:docMk/>
              <pc:sldMasterMk cId="147608954" sldId="2147483648"/>
              <pc:sldLayoutMk cId="3124789049" sldId="2147483685"/>
              <ac:spMk id="4" creationId="{28881731-3E0D-9D6B-0D63-D02D532A3F0A}"/>
            </ac:spMkLst>
          </pc:spChg>
          <pc:spChg chg="mod ord">
            <ac:chgData name="Suzanne Conder" userId="0d494b33-eb5e-4e6e-ac89-c59ea1a73de1" providerId="ADAL" clId="{8CB5F24F-FC82-4A31-9699-43B157CFD176}" dt="2025-02-03T12:53:58.003" v="228" actId="207"/>
            <ac:spMkLst>
              <pc:docMk/>
              <pc:sldMasterMk cId="147608954" sldId="2147483648"/>
              <pc:sldLayoutMk cId="3124789049" sldId="2147483685"/>
              <ac:spMk id="5" creationId="{401F4BC0-DB2E-927C-44D3-8624C9827444}"/>
            </ac:spMkLst>
          </pc:spChg>
          <pc:spChg chg="del">
            <ac:chgData name="Suzanne Conder" userId="0d494b33-eb5e-4e6e-ac89-c59ea1a73de1" providerId="ADAL" clId="{8CB5F24F-FC82-4A31-9699-43B157CFD176}" dt="2025-02-03T11:39:20.404" v="9" actId="478"/>
            <ac:spMkLst>
              <pc:docMk/>
              <pc:sldMasterMk cId="147608954" sldId="2147483648"/>
              <pc:sldLayoutMk cId="3124789049" sldId="2147483685"/>
              <ac:spMk id="6" creationId="{F740A99C-B4C9-4B5C-36AA-E22C8EABC2EA}"/>
            </ac:spMkLst>
          </pc:spChg>
          <pc:spChg chg="del">
            <ac:chgData name="Suzanne Conder" userId="0d494b33-eb5e-4e6e-ac89-c59ea1a73de1" providerId="ADAL" clId="{8CB5F24F-FC82-4A31-9699-43B157CFD176}" dt="2025-02-03T11:39:19.839" v="8" actId="478"/>
            <ac:spMkLst>
              <pc:docMk/>
              <pc:sldMasterMk cId="147608954" sldId="2147483648"/>
              <pc:sldLayoutMk cId="3124789049" sldId="2147483685"/>
              <ac:spMk id="7" creationId="{C174F619-5B36-60A5-FF84-54C3958B803E}"/>
            </ac:spMkLst>
          </pc:spChg>
          <pc:spChg chg="del">
            <ac:chgData name="Suzanne Conder" userId="0d494b33-eb5e-4e6e-ac89-c59ea1a73de1" providerId="ADAL" clId="{8CB5F24F-FC82-4A31-9699-43B157CFD176}" dt="2025-02-03T11:39:21.441" v="11" actId="478"/>
            <ac:spMkLst>
              <pc:docMk/>
              <pc:sldMasterMk cId="147608954" sldId="2147483648"/>
              <pc:sldLayoutMk cId="3124789049" sldId="2147483685"/>
              <ac:spMk id="8" creationId="{73F42807-12A9-A402-2FB7-407D053C683A}"/>
            </ac:spMkLst>
          </pc:spChg>
          <pc:spChg chg="del">
            <ac:chgData name="Suzanne Conder" userId="0d494b33-eb5e-4e6e-ac89-c59ea1a73de1" providerId="ADAL" clId="{8CB5F24F-FC82-4A31-9699-43B157CFD176}" dt="2025-02-03T11:39:10.477" v="4" actId="478"/>
            <ac:spMkLst>
              <pc:docMk/>
              <pc:sldMasterMk cId="147608954" sldId="2147483648"/>
              <pc:sldLayoutMk cId="3124789049" sldId="2147483685"/>
              <ac:spMk id="9" creationId="{4840FD20-AE00-7B96-0BA1-72256A439A2F}"/>
            </ac:spMkLst>
          </pc:spChg>
          <pc:spChg chg="mod">
            <ac:chgData name="Suzanne Conder" userId="0d494b33-eb5e-4e6e-ac89-c59ea1a73de1" providerId="ADAL" clId="{8CB5F24F-FC82-4A31-9699-43B157CFD176}" dt="2025-02-03T11:42:14.739" v="132" actId="207"/>
            <ac:spMkLst>
              <pc:docMk/>
              <pc:sldMasterMk cId="147608954" sldId="2147483648"/>
              <pc:sldLayoutMk cId="3124789049" sldId="2147483685"/>
              <ac:spMk id="10" creationId="{710E947F-20CC-2A53-BB28-4ED3A151172A}"/>
            </ac:spMkLst>
          </pc:spChg>
          <pc:spChg chg="add mod ord">
            <ac:chgData name="Suzanne Conder" userId="0d494b33-eb5e-4e6e-ac89-c59ea1a73de1" providerId="ADAL" clId="{8CB5F24F-FC82-4A31-9699-43B157CFD176}" dt="2025-02-03T12:53:58.003" v="228" actId="207"/>
            <ac:spMkLst>
              <pc:docMk/>
              <pc:sldMasterMk cId="147608954" sldId="2147483648"/>
              <pc:sldLayoutMk cId="3124789049" sldId="2147483685"/>
              <ac:spMk id="11" creationId="{98B3D4FC-F83A-164A-4C95-AC125907DC3B}"/>
            </ac:spMkLst>
          </pc:spChg>
          <pc:spChg chg="del">
            <ac:chgData name="Suzanne Conder" userId="0d494b33-eb5e-4e6e-ac89-c59ea1a73de1" providerId="ADAL" clId="{8CB5F24F-FC82-4A31-9699-43B157CFD176}" dt="2025-02-03T11:41:13.780" v="113" actId="478"/>
            <ac:spMkLst>
              <pc:docMk/>
              <pc:sldMasterMk cId="147608954" sldId="2147483648"/>
              <pc:sldLayoutMk cId="3124789049" sldId="2147483685"/>
              <ac:spMk id="12" creationId="{956C5AF9-0DEE-390E-FFF5-4F78DD410D3A}"/>
            </ac:spMkLst>
          </pc:spChg>
          <pc:spChg chg="add mod ord">
            <ac:chgData name="Suzanne Conder" userId="0d494b33-eb5e-4e6e-ac89-c59ea1a73de1" providerId="ADAL" clId="{8CB5F24F-FC82-4A31-9699-43B157CFD176}" dt="2025-02-03T12:53:58.003" v="228" actId="207"/>
            <ac:spMkLst>
              <pc:docMk/>
              <pc:sldMasterMk cId="147608954" sldId="2147483648"/>
              <pc:sldLayoutMk cId="3124789049" sldId="2147483685"/>
              <ac:spMk id="13" creationId="{9174455A-1D0E-C214-9017-650E78EC70B0}"/>
            </ac:spMkLst>
          </pc:spChg>
          <pc:spChg chg="del">
            <ac:chgData name="Suzanne Conder" userId="0d494b33-eb5e-4e6e-ac89-c59ea1a73de1" providerId="ADAL" clId="{8CB5F24F-FC82-4A31-9699-43B157CFD176}" dt="2025-02-03T11:41:15.240" v="114" actId="478"/>
            <ac:spMkLst>
              <pc:docMk/>
              <pc:sldMasterMk cId="147608954" sldId="2147483648"/>
              <pc:sldLayoutMk cId="3124789049" sldId="2147483685"/>
              <ac:spMk id="14" creationId="{0EB6813F-F0DB-5153-27E0-B9C4E61F3BCA}"/>
            </ac:spMkLst>
          </pc:spChg>
          <pc:spChg chg="del">
            <ac:chgData name="Suzanne Conder" userId="0d494b33-eb5e-4e6e-ac89-c59ea1a73de1" providerId="ADAL" clId="{8CB5F24F-FC82-4A31-9699-43B157CFD176}" dt="2025-02-03T11:41:17.847" v="115" actId="478"/>
            <ac:spMkLst>
              <pc:docMk/>
              <pc:sldMasterMk cId="147608954" sldId="2147483648"/>
              <pc:sldLayoutMk cId="3124789049" sldId="2147483685"/>
              <ac:spMk id="15" creationId="{7BB07406-9FCA-5335-D6BE-FDA6BBF000E2}"/>
            </ac:spMkLst>
          </pc:spChg>
          <pc:spChg chg="del mod">
            <ac:chgData name="Suzanne Conder" userId="0d494b33-eb5e-4e6e-ac89-c59ea1a73de1" providerId="ADAL" clId="{8CB5F24F-FC82-4A31-9699-43B157CFD176}" dt="2025-02-03T11:41:35.111" v="124" actId="478"/>
            <ac:spMkLst>
              <pc:docMk/>
              <pc:sldMasterMk cId="147608954" sldId="2147483648"/>
              <pc:sldLayoutMk cId="3124789049" sldId="2147483685"/>
              <ac:spMk id="16" creationId="{006EDB85-4F10-9B1A-D4F4-4C7F06E01625}"/>
            </ac:spMkLst>
          </pc:spChg>
          <pc:spChg chg="del mod">
            <ac:chgData name="Suzanne Conder" userId="0d494b33-eb5e-4e6e-ac89-c59ea1a73de1" providerId="ADAL" clId="{8CB5F24F-FC82-4A31-9699-43B157CFD176}" dt="2025-02-03T11:41:35.111" v="124" actId="478"/>
            <ac:spMkLst>
              <pc:docMk/>
              <pc:sldMasterMk cId="147608954" sldId="2147483648"/>
              <pc:sldLayoutMk cId="3124789049" sldId="2147483685"/>
              <ac:spMk id="17" creationId="{F2A0C7BF-48CB-F9E9-5B1A-ECEBCDA34E05}"/>
            </ac:spMkLst>
          </pc:spChg>
          <pc:spChg chg="del mod">
            <ac:chgData name="Suzanne Conder" userId="0d494b33-eb5e-4e6e-ac89-c59ea1a73de1" providerId="ADAL" clId="{8CB5F24F-FC82-4A31-9699-43B157CFD176}" dt="2025-02-03T11:41:36.835" v="125" actId="478"/>
            <ac:spMkLst>
              <pc:docMk/>
              <pc:sldMasterMk cId="147608954" sldId="2147483648"/>
              <pc:sldLayoutMk cId="3124789049" sldId="2147483685"/>
              <ac:spMk id="18" creationId="{F71EC5BC-34D4-60F0-600E-70716866862C}"/>
            </ac:spMkLst>
          </pc:spChg>
          <pc:spChg chg="del">
            <ac:chgData name="Suzanne Conder" userId="0d494b33-eb5e-4e6e-ac89-c59ea1a73de1" providerId="ADAL" clId="{8CB5F24F-FC82-4A31-9699-43B157CFD176}" dt="2025-02-03T11:40:59.704" v="94" actId="478"/>
            <ac:spMkLst>
              <pc:docMk/>
              <pc:sldMasterMk cId="147608954" sldId="2147483648"/>
              <pc:sldLayoutMk cId="3124789049" sldId="2147483685"/>
              <ac:spMk id="19" creationId="{61F04E0B-9D5F-9683-B76E-28307F067E61}"/>
            </ac:spMkLst>
          </pc:spChg>
          <pc:spChg chg="del mod">
            <ac:chgData name="Suzanne Conder" userId="0d494b33-eb5e-4e6e-ac89-c59ea1a73de1" providerId="ADAL" clId="{8CB5F24F-FC82-4A31-9699-43B157CFD176}" dt="2025-02-03T11:41:04.451" v="98" actId="478"/>
            <ac:spMkLst>
              <pc:docMk/>
              <pc:sldMasterMk cId="147608954" sldId="2147483648"/>
              <pc:sldLayoutMk cId="3124789049" sldId="2147483685"/>
              <ac:spMk id="20" creationId="{469735F4-21C1-3D43-947A-8ABB3B8B694E}"/>
            </ac:spMkLst>
          </pc:spChg>
          <pc:spChg chg="del">
            <ac:chgData name="Suzanne Conder" userId="0d494b33-eb5e-4e6e-ac89-c59ea1a73de1" providerId="ADAL" clId="{8CB5F24F-FC82-4A31-9699-43B157CFD176}" dt="2025-02-03T11:41:01.905" v="96" actId="478"/>
            <ac:spMkLst>
              <pc:docMk/>
              <pc:sldMasterMk cId="147608954" sldId="2147483648"/>
              <pc:sldLayoutMk cId="3124789049" sldId="2147483685"/>
              <ac:spMk id="21" creationId="{B5764472-4FE6-B4C6-A1EF-9426AE950484}"/>
            </ac:spMkLst>
          </pc:spChg>
          <pc:spChg chg="del">
            <ac:chgData name="Suzanne Conder" userId="0d494b33-eb5e-4e6e-ac89-c59ea1a73de1" providerId="ADAL" clId="{8CB5F24F-FC82-4A31-9699-43B157CFD176}" dt="2025-02-03T11:39:20.859" v="10" actId="478"/>
            <ac:spMkLst>
              <pc:docMk/>
              <pc:sldMasterMk cId="147608954" sldId="2147483648"/>
              <pc:sldLayoutMk cId="3124789049" sldId="2147483685"/>
              <ac:spMk id="22" creationId="{08897DAE-CF88-CCA5-94AE-967C96CF807F}"/>
            </ac:spMkLst>
          </pc:spChg>
          <pc:spChg chg="del">
            <ac:chgData name="Suzanne Conder" userId="0d494b33-eb5e-4e6e-ac89-c59ea1a73de1" providerId="ADAL" clId="{8CB5F24F-FC82-4A31-9699-43B157CFD176}" dt="2025-02-03T11:41:06.257" v="99" actId="478"/>
            <ac:spMkLst>
              <pc:docMk/>
              <pc:sldMasterMk cId="147608954" sldId="2147483648"/>
              <pc:sldLayoutMk cId="3124789049" sldId="2147483685"/>
              <ac:spMk id="23" creationId="{37BCF3EF-A676-ED2D-F6D9-0B8AC009E56F}"/>
            </ac:spMkLst>
          </pc:spChg>
          <pc:spChg chg="del">
            <ac:chgData name="Suzanne Conder" userId="0d494b33-eb5e-4e6e-ac89-c59ea1a73de1" providerId="ADAL" clId="{8CB5F24F-FC82-4A31-9699-43B157CFD176}" dt="2025-02-03T11:41:07.829" v="100" actId="478"/>
            <ac:spMkLst>
              <pc:docMk/>
              <pc:sldMasterMk cId="147608954" sldId="2147483648"/>
              <pc:sldLayoutMk cId="3124789049" sldId="2147483685"/>
              <ac:spMk id="24" creationId="{A3044D2D-4A57-C56D-DAB7-ECB3BF9F4C3D}"/>
            </ac:spMkLst>
          </pc:spChg>
          <pc:spChg chg="add mod ord">
            <ac:chgData name="Suzanne Conder" userId="0d494b33-eb5e-4e6e-ac89-c59ea1a73de1" providerId="ADAL" clId="{8CB5F24F-FC82-4A31-9699-43B157CFD176}" dt="2025-02-03T12:53:58.003" v="228" actId="207"/>
            <ac:spMkLst>
              <pc:docMk/>
              <pc:sldMasterMk cId="147608954" sldId="2147483648"/>
              <pc:sldLayoutMk cId="3124789049" sldId="2147483685"/>
              <ac:spMk id="25" creationId="{BD457061-D855-DC9F-D128-4310CC8590D7}"/>
            </ac:spMkLst>
          </pc:spChg>
          <pc:spChg chg="add mod">
            <ac:chgData name="Suzanne Conder" userId="0d494b33-eb5e-4e6e-ac89-c59ea1a73de1" providerId="ADAL" clId="{8CB5F24F-FC82-4A31-9699-43B157CFD176}" dt="2025-02-03T11:41:29.655" v="123" actId="1036"/>
            <ac:spMkLst>
              <pc:docMk/>
              <pc:sldMasterMk cId="147608954" sldId="2147483648"/>
              <pc:sldLayoutMk cId="3124789049" sldId="2147483685"/>
              <ac:spMk id="26" creationId="{64235EF6-0B73-E700-6DF7-D87560C5B391}"/>
            </ac:spMkLst>
          </pc:spChg>
          <pc:spChg chg="add mod">
            <ac:chgData name="Suzanne Conder" userId="0d494b33-eb5e-4e6e-ac89-c59ea1a73de1" providerId="ADAL" clId="{8CB5F24F-FC82-4A31-9699-43B157CFD176}" dt="2025-02-03T11:41:29.655" v="123" actId="1036"/>
            <ac:spMkLst>
              <pc:docMk/>
              <pc:sldMasterMk cId="147608954" sldId="2147483648"/>
              <pc:sldLayoutMk cId="3124789049" sldId="2147483685"/>
              <ac:spMk id="27" creationId="{83A1EBD0-3225-911D-FE06-9053A008ACA4}"/>
            </ac:spMkLst>
          </pc:spChg>
          <pc:spChg chg="add mod">
            <ac:chgData name="Suzanne Conder" userId="0d494b33-eb5e-4e6e-ac89-c59ea1a73de1" providerId="ADAL" clId="{8CB5F24F-FC82-4A31-9699-43B157CFD176}" dt="2025-02-03T11:41:29.655" v="123" actId="1036"/>
            <ac:spMkLst>
              <pc:docMk/>
              <pc:sldMasterMk cId="147608954" sldId="2147483648"/>
              <pc:sldLayoutMk cId="3124789049" sldId="2147483685"/>
              <ac:spMk id="28" creationId="{3C822661-BC55-D054-E63F-024DF05212DA}"/>
            </ac:spMkLst>
          </pc:spChg>
          <pc:spChg chg="add mod">
            <ac:chgData name="Suzanne Conder" userId="0d494b33-eb5e-4e6e-ac89-c59ea1a73de1" providerId="ADAL" clId="{8CB5F24F-FC82-4A31-9699-43B157CFD176}" dt="2025-02-03T11:41:45.818" v="127" actId="1076"/>
            <ac:spMkLst>
              <pc:docMk/>
              <pc:sldMasterMk cId="147608954" sldId="2147483648"/>
              <pc:sldLayoutMk cId="3124789049" sldId="2147483685"/>
              <ac:spMk id="29" creationId="{9C3C0B05-C222-9C9B-0844-8DAA5A28283B}"/>
            </ac:spMkLst>
          </pc:spChg>
          <pc:spChg chg="add mod">
            <ac:chgData name="Suzanne Conder" userId="0d494b33-eb5e-4e6e-ac89-c59ea1a73de1" providerId="ADAL" clId="{8CB5F24F-FC82-4A31-9699-43B157CFD176}" dt="2025-02-03T11:41:45.818" v="127" actId="1076"/>
            <ac:spMkLst>
              <pc:docMk/>
              <pc:sldMasterMk cId="147608954" sldId="2147483648"/>
              <pc:sldLayoutMk cId="3124789049" sldId="2147483685"/>
              <ac:spMk id="30" creationId="{C9B99246-14FE-1B34-CA5F-137C6B2029A7}"/>
            </ac:spMkLst>
          </pc:spChg>
          <pc:spChg chg="add mod">
            <ac:chgData name="Suzanne Conder" userId="0d494b33-eb5e-4e6e-ac89-c59ea1a73de1" providerId="ADAL" clId="{8CB5F24F-FC82-4A31-9699-43B157CFD176}" dt="2025-02-03T11:41:45.818" v="127" actId="1076"/>
            <ac:spMkLst>
              <pc:docMk/>
              <pc:sldMasterMk cId="147608954" sldId="2147483648"/>
              <pc:sldLayoutMk cId="3124789049" sldId="2147483685"/>
              <ac:spMk id="31" creationId="{06964416-7004-5099-6E63-39EE1766DC12}"/>
            </ac:spMkLst>
          </pc:spChg>
          <pc:spChg chg="add mod">
            <ac:chgData name="Suzanne Conder" userId="0d494b33-eb5e-4e6e-ac89-c59ea1a73de1" providerId="ADAL" clId="{8CB5F24F-FC82-4A31-9699-43B157CFD176}" dt="2025-02-03T11:41:55.515" v="129" actId="1076"/>
            <ac:spMkLst>
              <pc:docMk/>
              <pc:sldMasterMk cId="147608954" sldId="2147483648"/>
              <pc:sldLayoutMk cId="3124789049" sldId="2147483685"/>
              <ac:spMk id="32" creationId="{4C79CE1B-E0EB-22A7-48F7-11C28557119C}"/>
            </ac:spMkLst>
          </pc:spChg>
          <pc:spChg chg="add mod">
            <ac:chgData name="Suzanne Conder" userId="0d494b33-eb5e-4e6e-ac89-c59ea1a73de1" providerId="ADAL" clId="{8CB5F24F-FC82-4A31-9699-43B157CFD176}" dt="2025-02-03T11:41:55.515" v="129" actId="1076"/>
            <ac:spMkLst>
              <pc:docMk/>
              <pc:sldMasterMk cId="147608954" sldId="2147483648"/>
              <pc:sldLayoutMk cId="3124789049" sldId="2147483685"/>
              <ac:spMk id="33" creationId="{C5036558-DDF2-9F20-4417-7BEA2101F663}"/>
            </ac:spMkLst>
          </pc:spChg>
          <pc:spChg chg="add mod">
            <ac:chgData name="Suzanne Conder" userId="0d494b33-eb5e-4e6e-ac89-c59ea1a73de1" providerId="ADAL" clId="{8CB5F24F-FC82-4A31-9699-43B157CFD176}" dt="2025-02-03T11:41:55.515" v="129" actId="1076"/>
            <ac:spMkLst>
              <pc:docMk/>
              <pc:sldMasterMk cId="147608954" sldId="2147483648"/>
              <pc:sldLayoutMk cId="3124789049" sldId="2147483685"/>
              <ac:spMk id="34" creationId="{6B263331-CDE4-1537-34B2-B2E521FD851C}"/>
            </ac:spMkLst>
          </pc:spChg>
          <pc:spChg chg="add mod">
            <ac:chgData name="Suzanne Conder" userId="0d494b33-eb5e-4e6e-ac89-c59ea1a73de1" providerId="ADAL" clId="{8CB5F24F-FC82-4A31-9699-43B157CFD176}" dt="2025-02-03T11:42:01.042" v="131" actId="1076"/>
            <ac:spMkLst>
              <pc:docMk/>
              <pc:sldMasterMk cId="147608954" sldId="2147483648"/>
              <pc:sldLayoutMk cId="3124789049" sldId="2147483685"/>
              <ac:spMk id="35" creationId="{B477607A-28A1-BCF6-37A7-E30F60307BE0}"/>
            </ac:spMkLst>
          </pc:spChg>
          <pc:spChg chg="add mod">
            <ac:chgData name="Suzanne Conder" userId="0d494b33-eb5e-4e6e-ac89-c59ea1a73de1" providerId="ADAL" clId="{8CB5F24F-FC82-4A31-9699-43B157CFD176}" dt="2025-02-03T11:42:01.042" v="131" actId="1076"/>
            <ac:spMkLst>
              <pc:docMk/>
              <pc:sldMasterMk cId="147608954" sldId="2147483648"/>
              <pc:sldLayoutMk cId="3124789049" sldId="2147483685"/>
              <ac:spMk id="36" creationId="{66A791B7-DACE-8A7B-7DF2-EE508F94FBF4}"/>
            </ac:spMkLst>
          </pc:spChg>
          <pc:spChg chg="add mod">
            <ac:chgData name="Suzanne Conder" userId="0d494b33-eb5e-4e6e-ac89-c59ea1a73de1" providerId="ADAL" clId="{8CB5F24F-FC82-4A31-9699-43B157CFD176}" dt="2025-02-03T11:42:01.042" v="131" actId="1076"/>
            <ac:spMkLst>
              <pc:docMk/>
              <pc:sldMasterMk cId="147608954" sldId="2147483648"/>
              <pc:sldLayoutMk cId="3124789049" sldId="2147483685"/>
              <ac:spMk id="37" creationId="{93DEE8E7-B389-975F-5C9F-C88570E7829E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1:42:17.933" v="133" actId="207"/>
          <pc:sldLayoutMkLst>
            <pc:docMk/>
            <pc:sldMasterMk cId="147608954" sldId="2147483648"/>
            <pc:sldLayoutMk cId="928156386" sldId="2147483686"/>
          </pc:sldLayoutMkLst>
          <pc:spChg chg="mod">
            <ac:chgData name="Suzanne Conder" userId="0d494b33-eb5e-4e6e-ac89-c59ea1a73de1" providerId="ADAL" clId="{8CB5F24F-FC82-4A31-9699-43B157CFD176}" dt="2025-02-03T11:42:17.933" v="133" actId="207"/>
            <ac:spMkLst>
              <pc:docMk/>
              <pc:sldMasterMk cId="147608954" sldId="2147483648"/>
              <pc:sldLayoutMk cId="928156386" sldId="2147483686"/>
              <ac:spMk id="10" creationId="{710E947F-20CC-2A53-BB28-4ED3A151172A}"/>
            </ac:spMkLst>
          </pc:spChg>
        </pc:sldLayoutChg>
        <pc:sldLayoutChg chg="addSp delSp modSp mod">
          <pc:chgData name="Suzanne Conder" userId="0d494b33-eb5e-4e6e-ac89-c59ea1a73de1" providerId="ADAL" clId="{8CB5F24F-FC82-4A31-9699-43B157CFD176}" dt="2025-02-03T12:53:41.831" v="225" actId="207"/>
          <pc:sldLayoutMkLst>
            <pc:docMk/>
            <pc:sldMasterMk cId="147608954" sldId="2147483648"/>
            <pc:sldLayoutMk cId="972380044" sldId="2147483688"/>
          </pc:sldLayoutMkLst>
          <pc:spChg chg="add mod">
            <ac:chgData name="Suzanne Conder" userId="0d494b33-eb5e-4e6e-ac89-c59ea1a73de1" providerId="ADAL" clId="{8CB5F24F-FC82-4A31-9699-43B157CFD176}" dt="2025-02-03T12:53:41.831" v="225" actId="207"/>
            <ac:spMkLst>
              <pc:docMk/>
              <pc:sldMasterMk cId="147608954" sldId="2147483648"/>
              <pc:sldLayoutMk cId="972380044" sldId="2147483688"/>
              <ac:spMk id="2" creationId="{649B6A87-A15F-9DB8-76FF-55817D527FB5}"/>
            </ac:spMkLst>
          </pc:spChg>
          <pc:spChg chg="add mod">
            <ac:chgData name="Suzanne Conder" userId="0d494b33-eb5e-4e6e-ac89-c59ea1a73de1" providerId="ADAL" clId="{8CB5F24F-FC82-4A31-9699-43B157CFD176}" dt="2025-02-03T11:43:33.626" v="184" actId="1035"/>
            <ac:spMkLst>
              <pc:docMk/>
              <pc:sldMasterMk cId="147608954" sldId="2147483648"/>
              <pc:sldLayoutMk cId="972380044" sldId="2147483688"/>
              <ac:spMk id="3" creationId="{BC257FE6-83ED-0D91-AB56-0C59E3DAAF52}"/>
            </ac:spMkLst>
          </pc:spChg>
          <pc:spChg chg="add mod">
            <ac:chgData name="Suzanne Conder" userId="0d494b33-eb5e-4e6e-ac89-c59ea1a73de1" providerId="ADAL" clId="{8CB5F24F-FC82-4A31-9699-43B157CFD176}" dt="2025-02-03T11:43:33.626" v="184" actId="1035"/>
            <ac:spMkLst>
              <pc:docMk/>
              <pc:sldMasterMk cId="147608954" sldId="2147483648"/>
              <pc:sldLayoutMk cId="972380044" sldId="2147483688"/>
              <ac:spMk id="4" creationId="{8C759532-91EA-DEBD-6F16-D90FF222A301}"/>
            </ac:spMkLst>
          </pc:spChg>
          <pc:spChg chg="mod">
            <ac:chgData name="Suzanne Conder" userId="0d494b33-eb5e-4e6e-ac89-c59ea1a73de1" providerId="ADAL" clId="{8CB5F24F-FC82-4A31-9699-43B157CFD176}" dt="2025-02-03T12:53:41.831" v="225" actId="207"/>
            <ac:spMkLst>
              <pc:docMk/>
              <pc:sldMasterMk cId="147608954" sldId="2147483648"/>
              <pc:sldLayoutMk cId="972380044" sldId="2147483688"/>
              <ac:spMk id="5" creationId="{401F4BC0-DB2E-927C-44D3-8624C9827444}"/>
            </ac:spMkLst>
          </pc:spChg>
          <pc:spChg chg="add mod">
            <ac:chgData name="Suzanne Conder" userId="0d494b33-eb5e-4e6e-ac89-c59ea1a73de1" providerId="ADAL" clId="{8CB5F24F-FC82-4A31-9699-43B157CFD176}" dt="2025-02-03T11:43:33.626" v="184" actId="1035"/>
            <ac:spMkLst>
              <pc:docMk/>
              <pc:sldMasterMk cId="147608954" sldId="2147483648"/>
              <pc:sldLayoutMk cId="972380044" sldId="2147483688"/>
              <ac:spMk id="6" creationId="{4A151666-D4F3-3DDF-1B38-1DB5B2DC2505}"/>
            </ac:spMkLst>
          </pc:spChg>
          <pc:spChg chg="add mod">
            <ac:chgData name="Suzanne Conder" userId="0d494b33-eb5e-4e6e-ac89-c59ea1a73de1" providerId="ADAL" clId="{8CB5F24F-FC82-4A31-9699-43B157CFD176}" dt="2025-02-03T12:53:41.831" v="225" actId="207"/>
            <ac:spMkLst>
              <pc:docMk/>
              <pc:sldMasterMk cId="147608954" sldId="2147483648"/>
              <pc:sldLayoutMk cId="972380044" sldId="2147483688"/>
              <ac:spMk id="7" creationId="{E4BEFCBB-6F53-3221-F533-7DCF3EAAFC77}"/>
            </ac:spMkLst>
          </pc:spChg>
          <pc:spChg chg="add mod">
            <ac:chgData name="Suzanne Conder" userId="0d494b33-eb5e-4e6e-ac89-c59ea1a73de1" providerId="ADAL" clId="{8CB5F24F-FC82-4A31-9699-43B157CFD176}" dt="2025-02-03T11:43:33.626" v="184" actId="1035"/>
            <ac:spMkLst>
              <pc:docMk/>
              <pc:sldMasterMk cId="147608954" sldId="2147483648"/>
              <pc:sldLayoutMk cId="972380044" sldId="2147483688"/>
              <ac:spMk id="8" creationId="{CCB48F50-1222-60D5-E397-634280A1C8A6}"/>
            </ac:spMkLst>
          </pc:spChg>
          <pc:spChg chg="add mod">
            <ac:chgData name="Suzanne Conder" userId="0d494b33-eb5e-4e6e-ac89-c59ea1a73de1" providerId="ADAL" clId="{8CB5F24F-FC82-4A31-9699-43B157CFD176}" dt="2025-02-03T11:43:33.626" v="184" actId="1035"/>
            <ac:spMkLst>
              <pc:docMk/>
              <pc:sldMasterMk cId="147608954" sldId="2147483648"/>
              <pc:sldLayoutMk cId="972380044" sldId="2147483688"/>
              <ac:spMk id="9" creationId="{62DDF5E2-B7C5-DD3A-D712-A3501FA821D8}"/>
            </ac:spMkLst>
          </pc:spChg>
          <pc:spChg chg="mod">
            <ac:chgData name="Suzanne Conder" userId="0d494b33-eb5e-4e6e-ac89-c59ea1a73de1" providerId="ADAL" clId="{8CB5F24F-FC82-4A31-9699-43B157CFD176}" dt="2025-02-03T12:51:10.390" v="210" actId="207"/>
            <ac:spMkLst>
              <pc:docMk/>
              <pc:sldMasterMk cId="147608954" sldId="2147483648"/>
              <pc:sldLayoutMk cId="972380044" sldId="2147483688"/>
              <ac:spMk id="10" creationId="{710E947F-20CC-2A53-BB28-4ED3A151172A}"/>
            </ac:spMkLst>
          </pc:spChg>
          <pc:spChg chg="del">
            <ac:chgData name="Suzanne Conder" userId="0d494b33-eb5e-4e6e-ac89-c59ea1a73de1" providerId="ADAL" clId="{8CB5F24F-FC82-4A31-9699-43B157CFD176}" dt="2025-02-03T11:42:58.776" v="157" actId="478"/>
            <ac:spMkLst>
              <pc:docMk/>
              <pc:sldMasterMk cId="147608954" sldId="2147483648"/>
              <pc:sldLayoutMk cId="972380044" sldId="2147483688"/>
              <ac:spMk id="11" creationId="{98B3D4FC-F83A-164A-4C95-AC125907DC3B}"/>
            </ac:spMkLst>
          </pc:spChg>
          <pc:spChg chg="add mod">
            <ac:chgData name="Suzanne Conder" userId="0d494b33-eb5e-4e6e-ac89-c59ea1a73de1" providerId="ADAL" clId="{8CB5F24F-FC82-4A31-9699-43B157CFD176}" dt="2025-02-03T11:43:33.626" v="184" actId="1035"/>
            <ac:spMkLst>
              <pc:docMk/>
              <pc:sldMasterMk cId="147608954" sldId="2147483648"/>
              <pc:sldLayoutMk cId="972380044" sldId="2147483688"/>
              <ac:spMk id="12" creationId="{5D27EA86-37F2-40D6-64C3-3A7185847140}"/>
            </ac:spMkLst>
          </pc:spChg>
          <pc:spChg chg="del">
            <ac:chgData name="Suzanne Conder" userId="0d494b33-eb5e-4e6e-ac89-c59ea1a73de1" providerId="ADAL" clId="{8CB5F24F-FC82-4A31-9699-43B157CFD176}" dt="2025-02-03T11:43:03.092" v="164" actId="478"/>
            <ac:spMkLst>
              <pc:docMk/>
              <pc:sldMasterMk cId="147608954" sldId="2147483648"/>
              <pc:sldLayoutMk cId="972380044" sldId="2147483688"/>
              <ac:spMk id="13" creationId="{9174455A-1D0E-C214-9017-650E78EC70B0}"/>
            </ac:spMkLst>
          </pc:spChg>
          <pc:spChg chg="add mod">
            <ac:chgData name="Suzanne Conder" userId="0d494b33-eb5e-4e6e-ac89-c59ea1a73de1" providerId="ADAL" clId="{8CB5F24F-FC82-4A31-9699-43B157CFD176}" dt="2025-02-03T12:53:41.831" v="225" actId="207"/>
            <ac:spMkLst>
              <pc:docMk/>
              <pc:sldMasterMk cId="147608954" sldId="2147483648"/>
              <pc:sldLayoutMk cId="972380044" sldId="2147483688"/>
              <ac:spMk id="14" creationId="{94B6B59B-74BF-4EE0-9A23-0E124919C758}"/>
            </ac:spMkLst>
          </pc:spChg>
          <pc:spChg chg="add mod">
            <ac:chgData name="Suzanne Conder" userId="0d494b33-eb5e-4e6e-ac89-c59ea1a73de1" providerId="ADAL" clId="{8CB5F24F-FC82-4A31-9699-43B157CFD176}" dt="2025-02-03T11:43:33.626" v="184" actId="1035"/>
            <ac:spMkLst>
              <pc:docMk/>
              <pc:sldMasterMk cId="147608954" sldId="2147483648"/>
              <pc:sldLayoutMk cId="972380044" sldId="2147483688"/>
              <ac:spMk id="15" creationId="{8E3E4283-C7B2-74AE-BC8C-2F31ACD6E4B8}"/>
            </ac:spMkLst>
          </pc:spChg>
          <pc:spChg chg="add mod">
            <ac:chgData name="Suzanne Conder" userId="0d494b33-eb5e-4e6e-ac89-c59ea1a73de1" providerId="ADAL" clId="{8CB5F24F-FC82-4A31-9699-43B157CFD176}" dt="2025-02-03T11:43:33.626" v="184" actId="1035"/>
            <ac:spMkLst>
              <pc:docMk/>
              <pc:sldMasterMk cId="147608954" sldId="2147483648"/>
              <pc:sldLayoutMk cId="972380044" sldId="2147483688"/>
              <ac:spMk id="16" creationId="{6C6F363F-7E9B-46E3-4878-8C6D4E671C00}"/>
            </ac:spMkLst>
          </pc:spChg>
          <pc:spChg chg="add mod">
            <ac:chgData name="Suzanne Conder" userId="0d494b33-eb5e-4e6e-ac89-c59ea1a73de1" providerId="ADAL" clId="{8CB5F24F-FC82-4A31-9699-43B157CFD176}" dt="2025-02-03T11:43:33.626" v="184" actId="1035"/>
            <ac:spMkLst>
              <pc:docMk/>
              <pc:sldMasterMk cId="147608954" sldId="2147483648"/>
              <pc:sldLayoutMk cId="972380044" sldId="2147483688"/>
              <ac:spMk id="17" creationId="{FDEBFD8A-C963-6B38-A9AC-1A11E6892659}"/>
            </ac:spMkLst>
          </pc:spChg>
          <pc:spChg chg="add mod">
            <ac:chgData name="Suzanne Conder" userId="0d494b33-eb5e-4e6e-ac89-c59ea1a73de1" providerId="ADAL" clId="{8CB5F24F-FC82-4A31-9699-43B157CFD176}" dt="2025-02-03T12:53:41.831" v="225" actId="207"/>
            <ac:spMkLst>
              <pc:docMk/>
              <pc:sldMasterMk cId="147608954" sldId="2147483648"/>
              <pc:sldLayoutMk cId="972380044" sldId="2147483688"/>
              <ac:spMk id="18" creationId="{9E2D9273-39C5-597E-6E59-B434D876ABEC}"/>
            </ac:spMkLst>
          </pc:spChg>
          <pc:spChg chg="add mod">
            <ac:chgData name="Suzanne Conder" userId="0d494b33-eb5e-4e6e-ac89-c59ea1a73de1" providerId="ADAL" clId="{8CB5F24F-FC82-4A31-9699-43B157CFD176}" dt="2025-02-03T11:43:39.368" v="186" actId="1076"/>
            <ac:spMkLst>
              <pc:docMk/>
              <pc:sldMasterMk cId="147608954" sldId="2147483648"/>
              <pc:sldLayoutMk cId="972380044" sldId="2147483688"/>
              <ac:spMk id="19" creationId="{7DF03452-E094-AFC3-7924-0EEBE11206E8}"/>
            </ac:spMkLst>
          </pc:spChg>
          <pc:spChg chg="add mod">
            <ac:chgData name="Suzanne Conder" userId="0d494b33-eb5e-4e6e-ac89-c59ea1a73de1" providerId="ADAL" clId="{8CB5F24F-FC82-4A31-9699-43B157CFD176}" dt="2025-02-03T11:43:39.368" v="186" actId="1076"/>
            <ac:spMkLst>
              <pc:docMk/>
              <pc:sldMasterMk cId="147608954" sldId="2147483648"/>
              <pc:sldLayoutMk cId="972380044" sldId="2147483688"/>
              <ac:spMk id="20" creationId="{047A5CCF-9703-0CBA-31DC-EB84193780B2}"/>
            </ac:spMkLst>
          </pc:spChg>
          <pc:spChg chg="add mod">
            <ac:chgData name="Suzanne Conder" userId="0d494b33-eb5e-4e6e-ac89-c59ea1a73de1" providerId="ADAL" clId="{8CB5F24F-FC82-4A31-9699-43B157CFD176}" dt="2025-02-03T11:43:39.368" v="186" actId="1076"/>
            <ac:spMkLst>
              <pc:docMk/>
              <pc:sldMasterMk cId="147608954" sldId="2147483648"/>
              <pc:sldLayoutMk cId="972380044" sldId="2147483688"/>
              <ac:spMk id="21" creationId="{95F9482F-C3AA-2688-F878-C209854F41B4}"/>
            </ac:spMkLst>
          </pc:spChg>
          <pc:spChg chg="add mod">
            <ac:chgData name="Suzanne Conder" userId="0d494b33-eb5e-4e6e-ac89-c59ea1a73de1" providerId="ADAL" clId="{8CB5F24F-FC82-4A31-9699-43B157CFD176}" dt="2025-02-03T12:53:41.831" v="225" actId="207"/>
            <ac:spMkLst>
              <pc:docMk/>
              <pc:sldMasterMk cId="147608954" sldId="2147483648"/>
              <pc:sldLayoutMk cId="972380044" sldId="2147483688"/>
              <ac:spMk id="22" creationId="{D7612CB1-267B-F7A2-3745-6881ACD597D6}"/>
            </ac:spMkLst>
          </pc:spChg>
          <pc:spChg chg="add mod">
            <ac:chgData name="Suzanne Conder" userId="0d494b33-eb5e-4e6e-ac89-c59ea1a73de1" providerId="ADAL" clId="{8CB5F24F-FC82-4A31-9699-43B157CFD176}" dt="2025-02-03T11:43:39.368" v="186" actId="1076"/>
            <ac:spMkLst>
              <pc:docMk/>
              <pc:sldMasterMk cId="147608954" sldId="2147483648"/>
              <pc:sldLayoutMk cId="972380044" sldId="2147483688"/>
              <ac:spMk id="23" creationId="{9E1CCCF6-E3F1-7AC5-5708-E6A4191FBC30}"/>
            </ac:spMkLst>
          </pc:spChg>
          <pc:spChg chg="add mod">
            <ac:chgData name="Suzanne Conder" userId="0d494b33-eb5e-4e6e-ac89-c59ea1a73de1" providerId="ADAL" clId="{8CB5F24F-FC82-4A31-9699-43B157CFD176}" dt="2025-02-03T11:43:39.368" v="186" actId="1076"/>
            <ac:spMkLst>
              <pc:docMk/>
              <pc:sldMasterMk cId="147608954" sldId="2147483648"/>
              <pc:sldLayoutMk cId="972380044" sldId="2147483688"/>
              <ac:spMk id="24" creationId="{04EB1C4C-8670-D8D4-A3F4-1A87A9D5A63D}"/>
            </ac:spMkLst>
          </pc:spChg>
          <pc:spChg chg="del">
            <ac:chgData name="Suzanne Conder" userId="0d494b33-eb5e-4e6e-ac89-c59ea1a73de1" providerId="ADAL" clId="{8CB5F24F-FC82-4A31-9699-43B157CFD176}" dt="2025-02-03T11:43:02.086" v="162" actId="478"/>
            <ac:spMkLst>
              <pc:docMk/>
              <pc:sldMasterMk cId="147608954" sldId="2147483648"/>
              <pc:sldLayoutMk cId="972380044" sldId="2147483688"/>
              <ac:spMk id="25" creationId="{BD457061-D855-DC9F-D128-4310CC8590D7}"/>
            </ac:spMkLst>
          </pc:spChg>
          <pc:spChg chg="del">
            <ac:chgData name="Suzanne Conder" userId="0d494b33-eb5e-4e6e-ac89-c59ea1a73de1" providerId="ADAL" clId="{8CB5F24F-FC82-4A31-9699-43B157CFD176}" dt="2025-02-03T11:43:05.517" v="169" actId="478"/>
            <ac:spMkLst>
              <pc:docMk/>
              <pc:sldMasterMk cId="147608954" sldId="2147483648"/>
              <pc:sldLayoutMk cId="972380044" sldId="2147483688"/>
              <ac:spMk id="26" creationId="{64235EF6-0B73-E700-6DF7-D87560C5B391}"/>
            </ac:spMkLst>
          </pc:spChg>
          <pc:spChg chg="del mod">
            <ac:chgData name="Suzanne Conder" userId="0d494b33-eb5e-4e6e-ac89-c59ea1a73de1" providerId="ADAL" clId="{8CB5F24F-FC82-4A31-9699-43B157CFD176}" dt="2025-02-03T11:43:04.207" v="167" actId="478"/>
            <ac:spMkLst>
              <pc:docMk/>
              <pc:sldMasterMk cId="147608954" sldId="2147483648"/>
              <pc:sldLayoutMk cId="972380044" sldId="2147483688"/>
              <ac:spMk id="27" creationId="{83A1EBD0-3225-911D-FE06-9053A008ACA4}"/>
            </ac:spMkLst>
          </pc:spChg>
          <pc:spChg chg="del">
            <ac:chgData name="Suzanne Conder" userId="0d494b33-eb5e-4e6e-ac89-c59ea1a73de1" providerId="ADAL" clId="{8CB5F24F-FC82-4A31-9699-43B157CFD176}" dt="2025-02-03T11:43:05.008" v="168" actId="478"/>
            <ac:spMkLst>
              <pc:docMk/>
              <pc:sldMasterMk cId="147608954" sldId="2147483648"/>
              <pc:sldLayoutMk cId="972380044" sldId="2147483688"/>
              <ac:spMk id="28" creationId="{3C822661-BC55-D054-E63F-024DF05212DA}"/>
            </ac:spMkLst>
          </pc:spChg>
          <pc:spChg chg="mod">
            <ac:chgData name="Suzanne Conder" userId="0d494b33-eb5e-4e6e-ac89-c59ea1a73de1" providerId="ADAL" clId="{8CB5F24F-FC82-4A31-9699-43B157CFD176}" dt="2025-02-03T11:43:33.626" v="184" actId="1035"/>
            <ac:spMkLst>
              <pc:docMk/>
              <pc:sldMasterMk cId="147608954" sldId="2147483648"/>
              <pc:sldLayoutMk cId="972380044" sldId="2147483688"/>
              <ac:spMk id="29" creationId="{9C3C0B05-C222-9C9B-0844-8DAA5A28283B}"/>
            </ac:spMkLst>
          </pc:spChg>
          <pc:spChg chg="mod">
            <ac:chgData name="Suzanne Conder" userId="0d494b33-eb5e-4e6e-ac89-c59ea1a73de1" providerId="ADAL" clId="{8CB5F24F-FC82-4A31-9699-43B157CFD176}" dt="2025-02-03T11:43:33.626" v="184" actId="1035"/>
            <ac:spMkLst>
              <pc:docMk/>
              <pc:sldMasterMk cId="147608954" sldId="2147483648"/>
              <pc:sldLayoutMk cId="972380044" sldId="2147483688"/>
              <ac:spMk id="30" creationId="{C9B99246-14FE-1B34-CA5F-137C6B2029A7}"/>
            </ac:spMkLst>
          </pc:spChg>
          <pc:spChg chg="mod">
            <ac:chgData name="Suzanne Conder" userId="0d494b33-eb5e-4e6e-ac89-c59ea1a73de1" providerId="ADAL" clId="{8CB5F24F-FC82-4A31-9699-43B157CFD176}" dt="2025-02-03T11:43:33.626" v="184" actId="1035"/>
            <ac:spMkLst>
              <pc:docMk/>
              <pc:sldMasterMk cId="147608954" sldId="2147483648"/>
              <pc:sldLayoutMk cId="972380044" sldId="2147483688"/>
              <ac:spMk id="31" creationId="{06964416-7004-5099-6E63-39EE1766DC12}"/>
            </ac:spMkLst>
          </pc:spChg>
          <pc:spChg chg="del">
            <ac:chgData name="Suzanne Conder" userId="0d494b33-eb5e-4e6e-ac89-c59ea1a73de1" providerId="ADAL" clId="{8CB5F24F-FC82-4A31-9699-43B157CFD176}" dt="2025-02-03T11:42:58.478" v="156" actId="478"/>
            <ac:spMkLst>
              <pc:docMk/>
              <pc:sldMasterMk cId="147608954" sldId="2147483648"/>
              <pc:sldLayoutMk cId="972380044" sldId="2147483688"/>
              <ac:spMk id="32" creationId="{4C79CE1B-E0EB-22A7-48F7-11C28557119C}"/>
            </ac:spMkLst>
          </pc:spChg>
          <pc:spChg chg="del">
            <ac:chgData name="Suzanne Conder" userId="0d494b33-eb5e-4e6e-ac89-c59ea1a73de1" providerId="ADAL" clId="{8CB5F24F-FC82-4A31-9699-43B157CFD176}" dt="2025-02-03T11:43:00.063" v="159" actId="478"/>
            <ac:spMkLst>
              <pc:docMk/>
              <pc:sldMasterMk cId="147608954" sldId="2147483648"/>
              <pc:sldLayoutMk cId="972380044" sldId="2147483688"/>
              <ac:spMk id="33" creationId="{C5036558-DDF2-9F20-4417-7BEA2101F663}"/>
            </ac:spMkLst>
          </pc:spChg>
          <pc:spChg chg="del">
            <ac:chgData name="Suzanne Conder" userId="0d494b33-eb5e-4e6e-ac89-c59ea1a73de1" providerId="ADAL" clId="{8CB5F24F-FC82-4A31-9699-43B157CFD176}" dt="2025-02-03T11:42:59.718" v="158" actId="478"/>
            <ac:spMkLst>
              <pc:docMk/>
              <pc:sldMasterMk cId="147608954" sldId="2147483648"/>
              <pc:sldLayoutMk cId="972380044" sldId="2147483688"/>
              <ac:spMk id="34" creationId="{6B263331-CDE4-1537-34B2-B2E521FD851C}"/>
            </ac:spMkLst>
          </pc:spChg>
          <pc:spChg chg="del">
            <ac:chgData name="Suzanne Conder" userId="0d494b33-eb5e-4e6e-ac89-c59ea1a73de1" providerId="ADAL" clId="{8CB5F24F-FC82-4A31-9699-43B157CFD176}" dt="2025-02-03T11:43:00.518" v="160" actId="478"/>
            <ac:spMkLst>
              <pc:docMk/>
              <pc:sldMasterMk cId="147608954" sldId="2147483648"/>
              <pc:sldLayoutMk cId="972380044" sldId="2147483688"/>
              <ac:spMk id="35" creationId="{B477607A-28A1-BCF6-37A7-E30F60307BE0}"/>
            </ac:spMkLst>
          </pc:spChg>
          <pc:spChg chg="del">
            <ac:chgData name="Suzanne Conder" userId="0d494b33-eb5e-4e6e-ac89-c59ea1a73de1" providerId="ADAL" clId="{8CB5F24F-FC82-4A31-9699-43B157CFD176}" dt="2025-02-03T11:43:01.814" v="161" actId="478"/>
            <ac:spMkLst>
              <pc:docMk/>
              <pc:sldMasterMk cId="147608954" sldId="2147483648"/>
              <pc:sldLayoutMk cId="972380044" sldId="2147483688"/>
              <ac:spMk id="36" creationId="{66A791B7-DACE-8A7B-7DF2-EE508F94FBF4}"/>
            </ac:spMkLst>
          </pc:spChg>
          <pc:spChg chg="del">
            <ac:chgData name="Suzanne Conder" userId="0d494b33-eb5e-4e6e-ac89-c59ea1a73de1" providerId="ADAL" clId="{8CB5F24F-FC82-4A31-9699-43B157CFD176}" dt="2025-02-03T11:43:02.715" v="163" actId="478"/>
            <ac:spMkLst>
              <pc:docMk/>
              <pc:sldMasterMk cId="147608954" sldId="2147483648"/>
              <pc:sldLayoutMk cId="972380044" sldId="2147483688"/>
              <ac:spMk id="37" creationId="{93DEE8E7-B389-975F-5C9F-C88570E7829E}"/>
            </ac:spMkLst>
          </pc:spChg>
          <pc:spChg chg="add mod">
            <ac:chgData name="Suzanne Conder" userId="0d494b33-eb5e-4e6e-ac89-c59ea1a73de1" providerId="ADAL" clId="{8CB5F24F-FC82-4A31-9699-43B157CFD176}" dt="2025-02-03T11:43:39.368" v="186" actId="1076"/>
            <ac:spMkLst>
              <pc:docMk/>
              <pc:sldMasterMk cId="147608954" sldId="2147483648"/>
              <pc:sldLayoutMk cId="972380044" sldId="2147483688"/>
              <ac:spMk id="38" creationId="{21FF3994-01D9-6B50-D476-4D59D064177E}"/>
            </ac:spMkLst>
          </pc:spChg>
          <pc:spChg chg="add mod">
            <ac:chgData name="Suzanne Conder" userId="0d494b33-eb5e-4e6e-ac89-c59ea1a73de1" providerId="ADAL" clId="{8CB5F24F-FC82-4A31-9699-43B157CFD176}" dt="2025-02-03T12:53:41.831" v="225" actId="207"/>
            <ac:spMkLst>
              <pc:docMk/>
              <pc:sldMasterMk cId="147608954" sldId="2147483648"/>
              <pc:sldLayoutMk cId="972380044" sldId="2147483688"/>
              <ac:spMk id="39" creationId="{38AB187F-8F30-1C5E-3390-14B9CA8B5785}"/>
            </ac:spMkLst>
          </pc:spChg>
          <pc:spChg chg="add mod">
            <ac:chgData name="Suzanne Conder" userId="0d494b33-eb5e-4e6e-ac89-c59ea1a73de1" providerId="ADAL" clId="{8CB5F24F-FC82-4A31-9699-43B157CFD176}" dt="2025-02-03T11:43:39.368" v="186" actId="1076"/>
            <ac:spMkLst>
              <pc:docMk/>
              <pc:sldMasterMk cId="147608954" sldId="2147483648"/>
              <pc:sldLayoutMk cId="972380044" sldId="2147483688"/>
              <ac:spMk id="40" creationId="{52CBC0F7-41CD-7276-430C-D8AE4477D1E9}"/>
            </ac:spMkLst>
          </pc:spChg>
          <pc:spChg chg="add mod">
            <ac:chgData name="Suzanne Conder" userId="0d494b33-eb5e-4e6e-ac89-c59ea1a73de1" providerId="ADAL" clId="{8CB5F24F-FC82-4A31-9699-43B157CFD176}" dt="2025-02-03T11:43:39.368" v="186" actId="1076"/>
            <ac:spMkLst>
              <pc:docMk/>
              <pc:sldMasterMk cId="147608954" sldId="2147483648"/>
              <pc:sldLayoutMk cId="972380044" sldId="2147483688"/>
              <ac:spMk id="41" creationId="{D3F80796-ADA2-6B91-606C-8105754DFC70}"/>
            </ac:spMkLst>
          </pc:spChg>
          <pc:spChg chg="add mod">
            <ac:chgData name="Suzanne Conder" userId="0d494b33-eb5e-4e6e-ac89-c59ea1a73de1" providerId="ADAL" clId="{8CB5F24F-FC82-4A31-9699-43B157CFD176}" dt="2025-02-03T11:43:39.368" v="186" actId="1076"/>
            <ac:spMkLst>
              <pc:docMk/>
              <pc:sldMasterMk cId="147608954" sldId="2147483648"/>
              <pc:sldLayoutMk cId="972380044" sldId="2147483688"/>
              <ac:spMk id="42" creationId="{7FEAE47C-BE47-9A73-E22E-3DFBCF7BED45}"/>
            </ac:spMkLst>
          </pc:spChg>
          <pc:spChg chg="add mod">
            <ac:chgData name="Suzanne Conder" userId="0d494b33-eb5e-4e6e-ac89-c59ea1a73de1" providerId="ADAL" clId="{8CB5F24F-FC82-4A31-9699-43B157CFD176}" dt="2025-02-03T12:53:41.831" v="225" actId="207"/>
            <ac:spMkLst>
              <pc:docMk/>
              <pc:sldMasterMk cId="147608954" sldId="2147483648"/>
              <pc:sldLayoutMk cId="972380044" sldId="2147483688"/>
              <ac:spMk id="43" creationId="{A251CF3C-BA0E-BDE3-1D0D-CFC8E519A5DF}"/>
            </ac:spMkLst>
          </pc:spChg>
          <pc:spChg chg="add mod">
            <ac:chgData name="Suzanne Conder" userId="0d494b33-eb5e-4e6e-ac89-c59ea1a73de1" providerId="ADAL" clId="{8CB5F24F-FC82-4A31-9699-43B157CFD176}" dt="2025-02-03T11:43:39.368" v="186" actId="1076"/>
            <ac:spMkLst>
              <pc:docMk/>
              <pc:sldMasterMk cId="147608954" sldId="2147483648"/>
              <pc:sldLayoutMk cId="972380044" sldId="2147483688"/>
              <ac:spMk id="44" creationId="{1E582C8D-0903-F54A-9D1E-BF1BDB7D616A}"/>
            </ac:spMkLst>
          </pc:spChg>
          <pc:spChg chg="add mod">
            <ac:chgData name="Suzanne Conder" userId="0d494b33-eb5e-4e6e-ac89-c59ea1a73de1" providerId="ADAL" clId="{8CB5F24F-FC82-4A31-9699-43B157CFD176}" dt="2025-02-03T11:43:39.368" v="186" actId="1076"/>
            <ac:spMkLst>
              <pc:docMk/>
              <pc:sldMasterMk cId="147608954" sldId="2147483648"/>
              <pc:sldLayoutMk cId="972380044" sldId="2147483688"/>
              <ac:spMk id="45" creationId="{A3B151E9-5835-D3EB-936E-DF14EE5106B4}"/>
            </ac:spMkLst>
          </pc:spChg>
          <pc:spChg chg="add mod">
            <ac:chgData name="Suzanne Conder" userId="0d494b33-eb5e-4e6e-ac89-c59ea1a73de1" providerId="ADAL" clId="{8CB5F24F-FC82-4A31-9699-43B157CFD176}" dt="2025-02-03T11:43:39.368" v="186" actId="1076"/>
            <ac:spMkLst>
              <pc:docMk/>
              <pc:sldMasterMk cId="147608954" sldId="2147483648"/>
              <pc:sldLayoutMk cId="972380044" sldId="2147483688"/>
              <ac:spMk id="46" creationId="{43F01805-E2E0-D572-7ED4-7394021386FB}"/>
            </ac:spMkLst>
          </pc:spChg>
        </pc:sldLayoutChg>
        <pc:sldLayoutChg chg="addSp delSp modSp mod">
          <pc:chgData name="Suzanne Conder" userId="0d494b33-eb5e-4e6e-ac89-c59ea1a73de1" providerId="ADAL" clId="{8CB5F24F-FC82-4A31-9699-43B157CFD176}" dt="2025-02-03T12:53:16.644" v="221" actId="207"/>
          <pc:sldLayoutMkLst>
            <pc:docMk/>
            <pc:sldMasterMk cId="147608954" sldId="2147483648"/>
            <pc:sldLayoutMk cId="1342228135" sldId="2147483689"/>
          </pc:sldLayoutMkLst>
          <pc:spChg chg="del">
            <ac:chgData name="Suzanne Conder" userId="0d494b33-eb5e-4e6e-ac89-c59ea1a73de1" providerId="ADAL" clId="{8CB5F24F-FC82-4A31-9699-43B157CFD176}" dt="2025-02-03T11:44:05.507" v="195" actId="478"/>
            <ac:spMkLst>
              <pc:docMk/>
              <pc:sldMasterMk cId="147608954" sldId="2147483648"/>
              <pc:sldLayoutMk cId="1342228135" sldId="2147483689"/>
              <ac:spMk id="2" creationId="{649B6A87-A15F-9DB8-76FF-55817D527FB5}"/>
            </ac:spMkLst>
          </pc:spChg>
          <pc:spChg chg="del">
            <ac:chgData name="Suzanne Conder" userId="0d494b33-eb5e-4e6e-ac89-c59ea1a73de1" providerId="ADAL" clId="{8CB5F24F-FC82-4A31-9699-43B157CFD176}" dt="2025-02-03T11:44:00.251" v="187" actId="478"/>
            <ac:spMkLst>
              <pc:docMk/>
              <pc:sldMasterMk cId="147608954" sldId="2147483648"/>
              <pc:sldLayoutMk cId="1342228135" sldId="2147483689"/>
              <ac:spMk id="3" creationId="{BC257FE6-83ED-0D91-AB56-0C59E3DAAF52}"/>
            </ac:spMkLst>
          </pc:spChg>
          <pc:spChg chg="del mod">
            <ac:chgData name="Suzanne Conder" userId="0d494b33-eb5e-4e6e-ac89-c59ea1a73de1" providerId="ADAL" clId="{8CB5F24F-FC82-4A31-9699-43B157CFD176}" dt="2025-02-03T11:44:06.828" v="198" actId="478"/>
            <ac:spMkLst>
              <pc:docMk/>
              <pc:sldMasterMk cId="147608954" sldId="2147483648"/>
              <pc:sldLayoutMk cId="1342228135" sldId="2147483689"/>
              <ac:spMk id="4" creationId="{8C759532-91EA-DEBD-6F16-D90FF222A301}"/>
            </ac:spMkLst>
          </pc:spChg>
          <pc:spChg chg="del">
            <ac:chgData name="Suzanne Conder" userId="0d494b33-eb5e-4e6e-ac89-c59ea1a73de1" providerId="ADAL" clId="{8CB5F24F-FC82-4A31-9699-43B157CFD176}" dt="2025-02-03T11:44:07.205" v="199" actId="478"/>
            <ac:spMkLst>
              <pc:docMk/>
              <pc:sldMasterMk cId="147608954" sldId="2147483648"/>
              <pc:sldLayoutMk cId="1342228135" sldId="2147483689"/>
              <ac:spMk id="5" creationId="{401F4BC0-DB2E-927C-44D3-8624C9827444}"/>
            </ac:spMkLst>
          </pc:spChg>
          <pc:spChg chg="del">
            <ac:chgData name="Suzanne Conder" userId="0d494b33-eb5e-4e6e-ac89-c59ea1a73de1" providerId="ADAL" clId="{8CB5F24F-FC82-4A31-9699-43B157CFD176}" dt="2025-02-03T11:44:05.855" v="196" actId="478"/>
            <ac:spMkLst>
              <pc:docMk/>
              <pc:sldMasterMk cId="147608954" sldId="2147483648"/>
              <pc:sldLayoutMk cId="1342228135" sldId="2147483689"/>
              <ac:spMk id="6" creationId="{4A151666-D4F3-3DDF-1B38-1DB5B2DC2505}"/>
            </ac:spMkLst>
          </pc:spChg>
          <pc:spChg chg="del">
            <ac:chgData name="Suzanne Conder" userId="0d494b33-eb5e-4e6e-ac89-c59ea1a73de1" providerId="ADAL" clId="{8CB5F24F-FC82-4A31-9699-43B157CFD176}" dt="2025-02-03T11:44:03.646" v="192" actId="478"/>
            <ac:spMkLst>
              <pc:docMk/>
              <pc:sldMasterMk cId="147608954" sldId="2147483648"/>
              <pc:sldLayoutMk cId="1342228135" sldId="2147483689"/>
              <ac:spMk id="7" creationId="{E4BEFCBB-6F53-3221-F533-7DCF3EAAFC77}"/>
            </ac:spMkLst>
          </pc:spChg>
          <pc:spChg chg="del">
            <ac:chgData name="Suzanne Conder" userId="0d494b33-eb5e-4e6e-ac89-c59ea1a73de1" providerId="ADAL" clId="{8CB5F24F-FC82-4A31-9699-43B157CFD176}" dt="2025-02-03T11:44:00.251" v="187" actId="478"/>
            <ac:spMkLst>
              <pc:docMk/>
              <pc:sldMasterMk cId="147608954" sldId="2147483648"/>
              <pc:sldLayoutMk cId="1342228135" sldId="2147483689"/>
              <ac:spMk id="8" creationId="{CCB48F50-1222-60D5-E397-634280A1C8A6}"/>
            </ac:spMkLst>
          </pc:spChg>
          <pc:spChg chg="del">
            <ac:chgData name="Suzanne Conder" userId="0d494b33-eb5e-4e6e-ac89-c59ea1a73de1" providerId="ADAL" clId="{8CB5F24F-FC82-4A31-9699-43B157CFD176}" dt="2025-02-03T11:44:04.686" v="194" actId="478"/>
            <ac:spMkLst>
              <pc:docMk/>
              <pc:sldMasterMk cId="147608954" sldId="2147483648"/>
              <pc:sldLayoutMk cId="1342228135" sldId="2147483689"/>
              <ac:spMk id="9" creationId="{62DDF5E2-B7C5-DD3A-D712-A3501FA821D8}"/>
            </ac:spMkLst>
          </pc:spChg>
          <pc:spChg chg="mod">
            <ac:chgData name="Suzanne Conder" userId="0d494b33-eb5e-4e6e-ac89-c59ea1a73de1" providerId="ADAL" clId="{8CB5F24F-FC82-4A31-9699-43B157CFD176}" dt="2025-02-03T12:51:18.102" v="211" actId="207"/>
            <ac:spMkLst>
              <pc:docMk/>
              <pc:sldMasterMk cId="147608954" sldId="2147483648"/>
              <pc:sldLayoutMk cId="1342228135" sldId="2147483689"/>
              <ac:spMk id="10" creationId="{710E947F-20CC-2A53-BB28-4ED3A151172A}"/>
            </ac:spMkLst>
          </pc:spChg>
          <pc:spChg chg="add mod">
            <ac:chgData name="Suzanne Conder" userId="0d494b33-eb5e-4e6e-ac89-c59ea1a73de1" providerId="ADAL" clId="{8CB5F24F-FC82-4A31-9699-43B157CFD176}" dt="2025-02-03T11:46:44.377" v="204" actId="14100"/>
            <ac:spMkLst>
              <pc:docMk/>
              <pc:sldMasterMk cId="147608954" sldId="2147483648"/>
              <pc:sldLayoutMk cId="1342228135" sldId="2147483689"/>
              <ac:spMk id="11" creationId="{0E53B68E-3D93-3D0A-8780-5D0D41434203}"/>
            </ac:spMkLst>
          </pc:spChg>
          <pc:spChg chg="del">
            <ac:chgData name="Suzanne Conder" userId="0d494b33-eb5e-4e6e-ac89-c59ea1a73de1" providerId="ADAL" clId="{8CB5F24F-FC82-4A31-9699-43B157CFD176}" dt="2025-02-03T11:44:04.331" v="193" actId="478"/>
            <ac:spMkLst>
              <pc:docMk/>
              <pc:sldMasterMk cId="147608954" sldId="2147483648"/>
              <pc:sldLayoutMk cId="1342228135" sldId="2147483689"/>
              <ac:spMk id="12" creationId="{5D27EA86-37F2-40D6-64C3-3A7185847140}"/>
            </ac:spMkLst>
          </pc:spChg>
          <pc:spChg chg="add mod">
            <ac:chgData name="Suzanne Conder" userId="0d494b33-eb5e-4e6e-ac89-c59ea1a73de1" providerId="ADAL" clId="{8CB5F24F-FC82-4A31-9699-43B157CFD176}" dt="2025-02-03T11:46:44.377" v="204" actId="14100"/>
            <ac:spMkLst>
              <pc:docMk/>
              <pc:sldMasterMk cId="147608954" sldId="2147483648"/>
              <pc:sldLayoutMk cId="1342228135" sldId="2147483689"/>
              <ac:spMk id="13" creationId="{709FCA16-4548-39F9-FC39-EEB46E070B21}"/>
            </ac:spMkLst>
          </pc:spChg>
          <pc:spChg chg="del">
            <ac:chgData name="Suzanne Conder" userId="0d494b33-eb5e-4e6e-ac89-c59ea1a73de1" providerId="ADAL" clId="{8CB5F24F-FC82-4A31-9699-43B157CFD176}" dt="2025-02-03T11:44:00.797" v="188" actId="478"/>
            <ac:spMkLst>
              <pc:docMk/>
              <pc:sldMasterMk cId="147608954" sldId="2147483648"/>
              <pc:sldLayoutMk cId="1342228135" sldId="2147483689"/>
              <ac:spMk id="14" creationId="{94B6B59B-74BF-4EE0-9A23-0E124919C758}"/>
            </ac:spMkLst>
          </pc:spChg>
          <pc:spChg chg="del">
            <ac:chgData name="Suzanne Conder" userId="0d494b33-eb5e-4e6e-ac89-c59ea1a73de1" providerId="ADAL" clId="{8CB5F24F-FC82-4A31-9699-43B157CFD176}" dt="2025-02-03T11:44:03.061" v="191" actId="478"/>
            <ac:spMkLst>
              <pc:docMk/>
              <pc:sldMasterMk cId="147608954" sldId="2147483648"/>
              <pc:sldLayoutMk cId="1342228135" sldId="2147483689"/>
              <ac:spMk id="15" creationId="{8E3E4283-C7B2-74AE-BC8C-2F31ACD6E4B8}"/>
            </ac:spMkLst>
          </pc:spChg>
          <pc:spChg chg="del">
            <ac:chgData name="Suzanne Conder" userId="0d494b33-eb5e-4e6e-ac89-c59ea1a73de1" providerId="ADAL" clId="{8CB5F24F-FC82-4A31-9699-43B157CFD176}" dt="2025-02-03T11:44:01.973" v="189" actId="478"/>
            <ac:spMkLst>
              <pc:docMk/>
              <pc:sldMasterMk cId="147608954" sldId="2147483648"/>
              <pc:sldLayoutMk cId="1342228135" sldId="2147483689"/>
              <ac:spMk id="16" creationId="{6C6F363F-7E9B-46E3-4878-8C6D4E671C00}"/>
            </ac:spMkLst>
          </pc:spChg>
          <pc:spChg chg="del">
            <ac:chgData name="Suzanne Conder" userId="0d494b33-eb5e-4e6e-ac89-c59ea1a73de1" providerId="ADAL" clId="{8CB5F24F-FC82-4A31-9699-43B157CFD176}" dt="2025-02-03T11:44:02.724" v="190" actId="478"/>
            <ac:spMkLst>
              <pc:docMk/>
              <pc:sldMasterMk cId="147608954" sldId="2147483648"/>
              <pc:sldLayoutMk cId="1342228135" sldId="2147483689"/>
              <ac:spMk id="17" creationId="{FDEBFD8A-C963-6B38-A9AC-1A11E6892659}"/>
            </ac:spMkLst>
          </pc:spChg>
          <pc:spChg chg="mod">
            <ac:chgData name="Suzanne Conder" userId="0d494b33-eb5e-4e6e-ac89-c59ea1a73de1" providerId="ADAL" clId="{8CB5F24F-FC82-4A31-9699-43B157CFD176}" dt="2025-02-03T12:53:16.644" v="221" actId="207"/>
            <ac:spMkLst>
              <pc:docMk/>
              <pc:sldMasterMk cId="147608954" sldId="2147483648"/>
              <pc:sldLayoutMk cId="1342228135" sldId="2147483689"/>
              <ac:spMk id="18" creationId="{9E2D9273-39C5-597E-6E59-B434D876ABEC}"/>
            </ac:spMkLst>
          </pc:spChg>
          <pc:spChg chg="mod">
            <ac:chgData name="Suzanne Conder" userId="0d494b33-eb5e-4e6e-ac89-c59ea1a73de1" providerId="ADAL" clId="{8CB5F24F-FC82-4A31-9699-43B157CFD176}" dt="2025-02-03T12:53:16.644" v="221" actId="207"/>
            <ac:spMkLst>
              <pc:docMk/>
              <pc:sldMasterMk cId="147608954" sldId="2147483648"/>
              <pc:sldLayoutMk cId="1342228135" sldId="2147483689"/>
              <ac:spMk id="22" creationId="{D7612CB1-267B-F7A2-3745-6881ACD597D6}"/>
            </ac:spMkLst>
          </pc:spChg>
          <pc:spChg chg="del">
            <ac:chgData name="Suzanne Conder" userId="0d494b33-eb5e-4e6e-ac89-c59ea1a73de1" providerId="ADAL" clId="{8CB5F24F-FC82-4A31-9699-43B157CFD176}" dt="2025-02-03T11:44:08.633" v="202" actId="478"/>
            <ac:spMkLst>
              <pc:docMk/>
              <pc:sldMasterMk cId="147608954" sldId="2147483648"/>
              <pc:sldLayoutMk cId="1342228135" sldId="2147483689"/>
              <ac:spMk id="29" creationId="{9C3C0B05-C222-9C9B-0844-8DAA5A28283B}"/>
            </ac:spMkLst>
          </pc:spChg>
          <pc:spChg chg="del">
            <ac:chgData name="Suzanne Conder" userId="0d494b33-eb5e-4e6e-ac89-c59ea1a73de1" providerId="ADAL" clId="{8CB5F24F-FC82-4A31-9699-43B157CFD176}" dt="2025-02-03T11:44:07.974" v="201" actId="478"/>
            <ac:spMkLst>
              <pc:docMk/>
              <pc:sldMasterMk cId="147608954" sldId="2147483648"/>
              <pc:sldLayoutMk cId="1342228135" sldId="2147483689"/>
              <ac:spMk id="30" creationId="{C9B99246-14FE-1B34-CA5F-137C6B2029A7}"/>
            </ac:spMkLst>
          </pc:spChg>
          <pc:spChg chg="del">
            <ac:chgData name="Suzanne Conder" userId="0d494b33-eb5e-4e6e-ac89-c59ea1a73de1" providerId="ADAL" clId="{8CB5F24F-FC82-4A31-9699-43B157CFD176}" dt="2025-02-03T11:44:07.550" v="200" actId="478"/>
            <ac:spMkLst>
              <pc:docMk/>
              <pc:sldMasterMk cId="147608954" sldId="2147483648"/>
              <pc:sldLayoutMk cId="1342228135" sldId="2147483689"/>
              <ac:spMk id="31" creationId="{06964416-7004-5099-6E63-39EE1766DC12}"/>
            </ac:spMkLst>
          </pc:spChg>
          <pc:spChg chg="mod">
            <ac:chgData name="Suzanne Conder" userId="0d494b33-eb5e-4e6e-ac89-c59ea1a73de1" providerId="ADAL" clId="{8CB5F24F-FC82-4A31-9699-43B157CFD176}" dt="2025-02-03T12:53:16.644" v="221" actId="207"/>
            <ac:spMkLst>
              <pc:docMk/>
              <pc:sldMasterMk cId="147608954" sldId="2147483648"/>
              <pc:sldLayoutMk cId="1342228135" sldId="2147483689"/>
              <ac:spMk id="39" creationId="{38AB187F-8F30-1C5E-3390-14B9CA8B5785}"/>
            </ac:spMkLst>
          </pc:spChg>
          <pc:spChg chg="mod">
            <ac:chgData name="Suzanne Conder" userId="0d494b33-eb5e-4e6e-ac89-c59ea1a73de1" providerId="ADAL" clId="{8CB5F24F-FC82-4A31-9699-43B157CFD176}" dt="2025-02-03T12:53:16.644" v="221" actId="207"/>
            <ac:spMkLst>
              <pc:docMk/>
              <pc:sldMasterMk cId="147608954" sldId="2147483648"/>
              <pc:sldLayoutMk cId="1342228135" sldId="2147483689"/>
              <ac:spMk id="43" creationId="{A251CF3C-BA0E-BDE3-1D0D-CFC8E519A5DF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2:53:52.983" v="227" actId="207"/>
          <pc:sldLayoutMkLst>
            <pc:docMk/>
            <pc:sldMasterMk cId="147608954" sldId="2147483648"/>
            <pc:sldLayoutMk cId="2809278239" sldId="2147483690"/>
          </pc:sldLayoutMkLst>
          <pc:spChg chg="mod">
            <ac:chgData name="Suzanne Conder" userId="0d494b33-eb5e-4e6e-ac89-c59ea1a73de1" providerId="ADAL" clId="{8CB5F24F-FC82-4A31-9699-43B157CFD176}" dt="2025-02-03T12:53:52.983" v="227" actId="207"/>
            <ac:spMkLst>
              <pc:docMk/>
              <pc:sldMasterMk cId="147608954" sldId="2147483648"/>
              <pc:sldLayoutMk cId="2809278239" sldId="2147483690"/>
              <ac:spMk id="5" creationId="{401F4BC0-DB2E-927C-44D3-8624C9827444}"/>
            </ac:spMkLst>
          </pc:spChg>
          <pc:spChg chg="mod">
            <ac:chgData name="Suzanne Conder" userId="0d494b33-eb5e-4e6e-ac89-c59ea1a73de1" providerId="ADAL" clId="{8CB5F24F-FC82-4A31-9699-43B157CFD176}" dt="2025-02-03T12:50:46.729" v="207" actId="207"/>
            <ac:spMkLst>
              <pc:docMk/>
              <pc:sldMasterMk cId="147608954" sldId="2147483648"/>
              <pc:sldLayoutMk cId="2809278239" sldId="2147483690"/>
              <ac:spMk id="10" creationId="{710E947F-20CC-2A53-BB28-4ED3A151172A}"/>
            </ac:spMkLst>
          </pc:spChg>
          <pc:spChg chg="mod">
            <ac:chgData name="Suzanne Conder" userId="0d494b33-eb5e-4e6e-ac89-c59ea1a73de1" providerId="ADAL" clId="{8CB5F24F-FC82-4A31-9699-43B157CFD176}" dt="2025-02-03T12:53:52.983" v="227" actId="207"/>
            <ac:spMkLst>
              <pc:docMk/>
              <pc:sldMasterMk cId="147608954" sldId="2147483648"/>
              <pc:sldLayoutMk cId="2809278239" sldId="2147483690"/>
              <ac:spMk id="11" creationId="{98B3D4FC-F83A-164A-4C95-AC125907DC3B}"/>
            </ac:spMkLst>
          </pc:spChg>
          <pc:spChg chg="mod">
            <ac:chgData name="Suzanne Conder" userId="0d494b33-eb5e-4e6e-ac89-c59ea1a73de1" providerId="ADAL" clId="{8CB5F24F-FC82-4A31-9699-43B157CFD176}" dt="2025-02-03T12:53:52.983" v="227" actId="207"/>
            <ac:spMkLst>
              <pc:docMk/>
              <pc:sldMasterMk cId="147608954" sldId="2147483648"/>
              <pc:sldLayoutMk cId="2809278239" sldId="2147483690"/>
              <ac:spMk id="13" creationId="{9174455A-1D0E-C214-9017-650E78EC70B0}"/>
            </ac:spMkLst>
          </pc:spChg>
          <pc:spChg chg="mod">
            <ac:chgData name="Suzanne Conder" userId="0d494b33-eb5e-4e6e-ac89-c59ea1a73de1" providerId="ADAL" clId="{8CB5F24F-FC82-4A31-9699-43B157CFD176}" dt="2025-02-03T12:53:52.983" v="227" actId="207"/>
            <ac:spMkLst>
              <pc:docMk/>
              <pc:sldMasterMk cId="147608954" sldId="2147483648"/>
              <pc:sldLayoutMk cId="2809278239" sldId="2147483690"/>
              <ac:spMk id="25" creationId="{BD457061-D855-DC9F-D128-4310CC8590D7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2:53:47.893" v="226" actId="207"/>
          <pc:sldLayoutMkLst>
            <pc:docMk/>
            <pc:sldMasterMk cId="147608954" sldId="2147483648"/>
            <pc:sldLayoutMk cId="3334705634" sldId="2147483691"/>
          </pc:sldLayoutMkLst>
          <pc:spChg chg="mod">
            <ac:chgData name="Suzanne Conder" userId="0d494b33-eb5e-4e6e-ac89-c59ea1a73de1" providerId="ADAL" clId="{8CB5F24F-FC82-4A31-9699-43B157CFD176}" dt="2025-02-03T12:53:47.893" v="226" actId="207"/>
            <ac:spMkLst>
              <pc:docMk/>
              <pc:sldMasterMk cId="147608954" sldId="2147483648"/>
              <pc:sldLayoutMk cId="3334705634" sldId="2147483691"/>
              <ac:spMk id="5" creationId="{401F4BC0-DB2E-927C-44D3-8624C9827444}"/>
            </ac:spMkLst>
          </pc:spChg>
          <pc:spChg chg="mod">
            <ac:chgData name="Suzanne Conder" userId="0d494b33-eb5e-4e6e-ac89-c59ea1a73de1" providerId="ADAL" clId="{8CB5F24F-FC82-4A31-9699-43B157CFD176}" dt="2025-02-03T12:50:52.537" v="208" actId="207"/>
            <ac:spMkLst>
              <pc:docMk/>
              <pc:sldMasterMk cId="147608954" sldId="2147483648"/>
              <pc:sldLayoutMk cId="3334705634" sldId="2147483691"/>
              <ac:spMk id="10" creationId="{710E947F-20CC-2A53-BB28-4ED3A151172A}"/>
            </ac:spMkLst>
          </pc:spChg>
          <pc:spChg chg="mod">
            <ac:chgData name="Suzanne Conder" userId="0d494b33-eb5e-4e6e-ac89-c59ea1a73de1" providerId="ADAL" clId="{8CB5F24F-FC82-4A31-9699-43B157CFD176}" dt="2025-02-03T12:53:47.893" v="226" actId="207"/>
            <ac:spMkLst>
              <pc:docMk/>
              <pc:sldMasterMk cId="147608954" sldId="2147483648"/>
              <pc:sldLayoutMk cId="3334705634" sldId="2147483691"/>
              <ac:spMk id="11" creationId="{98B3D4FC-F83A-164A-4C95-AC125907DC3B}"/>
            </ac:spMkLst>
          </pc:spChg>
          <pc:spChg chg="mod">
            <ac:chgData name="Suzanne Conder" userId="0d494b33-eb5e-4e6e-ac89-c59ea1a73de1" providerId="ADAL" clId="{8CB5F24F-FC82-4A31-9699-43B157CFD176}" dt="2025-02-03T12:53:47.893" v="226" actId="207"/>
            <ac:spMkLst>
              <pc:docMk/>
              <pc:sldMasterMk cId="147608954" sldId="2147483648"/>
              <pc:sldLayoutMk cId="3334705634" sldId="2147483691"/>
              <ac:spMk id="13" creationId="{9174455A-1D0E-C214-9017-650E78EC70B0}"/>
            </ac:spMkLst>
          </pc:spChg>
          <pc:spChg chg="mod">
            <ac:chgData name="Suzanne Conder" userId="0d494b33-eb5e-4e6e-ac89-c59ea1a73de1" providerId="ADAL" clId="{8CB5F24F-FC82-4A31-9699-43B157CFD176}" dt="2025-02-03T12:53:47.893" v="226" actId="207"/>
            <ac:spMkLst>
              <pc:docMk/>
              <pc:sldMasterMk cId="147608954" sldId="2147483648"/>
              <pc:sldLayoutMk cId="3334705634" sldId="2147483691"/>
              <ac:spMk id="25" creationId="{BD457061-D855-DC9F-D128-4310CC8590D7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2:53:33.975" v="224" actId="207"/>
          <pc:sldLayoutMkLst>
            <pc:docMk/>
            <pc:sldMasterMk cId="147608954" sldId="2147483648"/>
            <pc:sldLayoutMk cId="1781986017" sldId="2147483692"/>
          </pc:sldLayoutMkLst>
          <pc:spChg chg="mod">
            <ac:chgData name="Suzanne Conder" userId="0d494b33-eb5e-4e6e-ac89-c59ea1a73de1" providerId="ADAL" clId="{8CB5F24F-FC82-4A31-9699-43B157CFD176}" dt="2025-02-03T12:53:33.975" v="224" actId="207"/>
            <ac:spMkLst>
              <pc:docMk/>
              <pc:sldMasterMk cId="147608954" sldId="2147483648"/>
              <pc:sldLayoutMk cId="1781986017" sldId="2147483692"/>
              <ac:spMk id="2" creationId="{649B6A87-A15F-9DB8-76FF-55817D527FB5}"/>
            </ac:spMkLst>
          </pc:spChg>
          <pc:spChg chg="mod">
            <ac:chgData name="Suzanne Conder" userId="0d494b33-eb5e-4e6e-ac89-c59ea1a73de1" providerId="ADAL" clId="{8CB5F24F-FC82-4A31-9699-43B157CFD176}" dt="2025-02-03T12:53:33.975" v="224" actId="207"/>
            <ac:spMkLst>
              <pc:docMk/>
              <pc:sldMasterMk cId="147608954" sldId="2147483648"/>
              <pc:sldLayoutMk cId="1781986017" sldId="2147483692"/>
              <ac:spMk id="5" creationId="{401F4BC0-DB2E-927C-44D3-8624C9827444}"/>
            </ac:spMkLst>
          </pc:spChg>
          <pc:spChg chg="mod">
            <ac:chgData name="Suzanne Conder" userId="0d494b33-eb5e-4e6e-ac89-c59ea1a73de1" providerId="ADAL" clId="{8CB5F24F-FC82-4A31-9699-43B157CFD176}" dt="2025-02-03T12:53:33.975" v="224" actId="207"/>
            <ac:spMkLst>
              <pc:docMk/>
              <pc:sldMasterMk cId="147608954" sldId="2147483648"/>
              <pc:sldLayoutMk cId="1781986017" sldId="2147483692"/>
              <ac:spMk id="7" creationId="{E4BEFCBB-6F53-3221-F533-7DCF3EAAFC77}"/>
            </ac:spMkLst>
          </pc:spChg>
          <pc:spChg chg="mod">
            <ac:chgData name="Suzanne Conder" userId="0d494b33-eb5e-4e6e-ac89-c59ea1a73de1" providerId="ADAL" clId="{8CB5F24F-FC82-4A31-9699-43B157CFD176}" dt="2025-02-03T12:51:07.048" v="209" actId="207"/>
            <ac:spMkLst>
              <pc:docMk/>
              <pc:sldMasterMk cId="147608954" sldId="2147483648"/>
              <pc:sldLayoutMk cId="1781986017" sldId="2147483692"/>
              <ac:spMk id="10" creationId="{710E947F-20CC-2A53-BB28-4ED3A151172A}"/>
            </ac:spMkLst>
          </pc:spChg>
          <pc:spChg chg="mod">
            <ac:chgData name="Suzanne Conder" userId="0d494b33-eb5e-4e6e-ac89-c59ea1a73de1" providerId="ADAL" clId="{8CB5F24F-FC82-4A31-9699-43B157CFD176}" dt="2025-02-03T12:53:33.975" v="224" actId="207"/>
            <ac:spMkLst>
              <pc:docMk/>
              <pc:sldMasterMk cId="147608954" sldId="2147483648"/>
              <pc:sldLayoutMk cId="1781986017" sldId="2147483692"/>
              <ac:spMk id="14" creationId="{94B6B59B-74BF-4EE0-9A23-0E124919C758}"/>
            </ac:spMkLst>
          </pc:spChg>
          <pc:spChg chg="mod">
            <ac:chgData name="Suzanne Conder" userId="0d494b33-eb5e-4e6e-ac89-c59ea1a73de1" providerId="ADAL" clId="{8CB5F24F-FC82-4A31-9699-43B157CFD176}" dt="2025-02-03T12:53:33.975" v="224" actId="207"/>
            <ac:spMkLst>
              <pc:docMk/>
              <pc:sldMasterMk cId="147608954" sldId="2147483648"/>
              <pc:sldLayoutMk cId="1781986017" sldId="2147483692"/>
              <ac:spMk id="18" creationId="{9E2D9273-39C5-597E-6E59-B434D876ABEC}"/>
            </ac:spMkLst>
          </pc:spChg>
          <pc:spChg chg="mod">
            <ac:chgData name="Suzanne Conder" userId="0d494b33-eb5e-4e6e-ac89-c59ea1a73de1" providerId="ADAL" clId="{8CB5F24F-FC82-4A31-9699-43B157CFD176}" dt="2025-02-03T12:53:33.975" v="224" actId="207"/>
            <ac:spMkLst>
              <pc:docMk/>
              <pc:sldMasterMk cId="147608954" sldId="2147483648"/>
              <pc:sldLayoutMk cId="1781986017" sldId="2147483692"/>
              <ac:spMk id="22" creationId="{D7612CB1-267B-F7A2-3745-6881ACD597D6}"/>
            </ac:spMkLst>
          </pc:spChg>
          <pc:spChg chg="mod">
            <ac:chgData name="Suzanne Conder" userId="0d494b33-eb5e-4e6e-ac89-c59ea1a73de1" providerId="ADAL" clId="{8CB5F24F-FC82-4A31-9699-43B157CFD176}" dt="2025-02-03T12:53:33.975" v="224" actId="207"/>
            <ac:spMkLst>
              <pc:docMk/>
              <pc:sldMasterMk cId="147608954" sldId="2147483648"/>
              <pc:sldLayoutMk cId="1781986017" sldId="2147483692"/>
              <ac:spMk id="39" creationId="{38AB187F-8F30-1C5E-3390-14B9CA8B5785}"/>
            </ac:spMkLst>
          </pc:spChg>
          <pc:spChg chg="mod">
            <ac:chgData name="Suzanne Conder" userId="0d494b33-eb5e-4e6e-ac89-c59ea1a73de1" providerId="ADAL" clId="{8CB5F24F-FC82-4A31-9699-43B157CFD176}" dt="2025-02-03T12:53:33.975" v="224" actId="207"/>
            <ac:spMkLst>
              <pc:docMk/>
              <pc:sldMasterMk cId="147608954" sldId="2147483648"/>
              <pc:sldLayoutMk cId="1781986017" sldId="2147483692"/>
              <ac:spMk id="43" creationId="{A251CF3C-BA0E-BDE3-1D0D-CFC8E519A5DF}"/>
            </ac:spMkLst>
          </pc:spChg>
        </pc:sldLayoutChg>
        <pc:sldLayoutChg chg="delSp modSp mod">
          <pc:chgData name="Suzanne Conder" userId="0d494b33-eb5e-4e6e-ac89-c59ea1a73de1" providerId="ADAL" clId="{8CB5F24F-FC82-4A31-9699-43B157CFD176}" dt="2025-02-03T13:20:03.699" v="578" actId="207"/>
          <pc:sldLayoutMkLst>
            <pc:docMk/>
            <pc:sldMasterMk cId="147608954" sldId="2147483648"/>
            <pc:sldLayoutMk cId="257866799" sldId="2147483693"/>
          </pc:sldLayoutMkLst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2" creationId="{649B6A87-A15F-9DB8-76FF-55817D527FB5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3" creationId="{BC257FE6-83ED-0D91-AB56-0C59E3DAAF52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4" creationId="{8C759532-91EA-DEBD-6F16-D90FF222A301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5" creationId="{401F4BC0-DB2E-927C-44D3-8624C9827444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6" creationId="{4A151666-D4F3-3DDF-1B38-1DB5B2DC2505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7" creationId="{E4BEFCBB-6F53-3221-F533-7DCF3EAAFC77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8" creationId="{CCB48F50-1222-60D5-E397-634280A1C8A6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9" creationId="{62DDF5E2-B7C5-DD3A-D712-A3501FA821D8}"/>
            </ac:spMkLst>
          </pc:spChg>
          <pc:spChg chg="mod">
            <ac:chgData name="Suzanne Conder" userId="0d494b33-eb5e-4e6e-ac89-c59ea1a73de1" providerId="ADAL" clId="{8CB5F24F-FC82-4A31-9699-43B157CFD176}" dt="2025-02-03T13:20:03.699" v="578" actId="207"/>
            <ac:spMkLst>
              <pc:docMk/>
              <pc:sldMasterMk cId="147608954" sldId="2147483648"/>
              <pc:sldLayoutMk cId="257866799" sldId="2147483693"/>
              <ac:spMk id="10" creationId="{710E947F-20CC-2A53-BB28-4ED3A151172A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12" creationId="{5D27EA86-37F2-40D6-64C3-3A7185847140}"/>
            </ac:spMkLst>
          </pc:spChg>
          <pc:spChg chg="del mod">
            <ac:chgData name="Suzanne Conder" userId="0d494b33-eb5e-4e6e-ac89-c59ea1a73de1" providerId="ADAL" clId="{8CB5F24F-FC82-4A31-9699-43B157CFD176}" dt="2025-02-03T13:19:34.250" v="551" actId="478"/>
            <ac:spMkLst>
              <pc:docMk/>
              <pc:sldMasterMk cId="147608954" sldId="2147483648"/>
              <pc:sldLayoutMk cId="257866799" sldId="2147483693"/>
              <ac:spMk id="14" creationId="{94B6B59B-74BF-4EE0-9A23-0E124919C758}"/>
            </ac:spMkLst>
          </pc:spChg>
          <pc:spChg chg="del">
            <ac:chgData name="Suzanne Conder" userId="0d494b33-eb5e-4e6e-ac89-c59ea1a73de1" providerId="ADAL" clId="{8CB5F24F-FC82-4A31-9699-43B157CFD176}" dt="2025-02-03T13:19:33.860" v="550" actId="478"/>
            <ac:spMkLst>
              <pc:docMk/>
              <pc:sldMasterMk cId="147608954" sldId="2147483648"/>
              <pc:sldLayoutMk cId="257866799" sldId="2147483693"/>
              <ac:spMk id="15" creationId="{8E3E4283-C7B2-74AE-BC8C-2F31ACD6E4B8}"/>
            </ac:spMkLst>
          </pc:spChg>
          <pc:spChg chg="del">
            <ac:chgData name="Suzanne Conder" userId="0d494b33-eb5e-4e6e-ac89-c59ea1a73de1" providerId="ADAL" clId="{8CB5F24F-FC82-4A31-9699-43B157CFD176}" dt="2025-02-03T13:19:35.289" v="554" actId="478"/>
            <ac:spMkLst>
              <pc:docMk/>
              <pc:sldMasterMk cId="147608954" sldId="2147483648"/>
              <pc:sldLayoutMk cId="257866799" sldId="2147483693"/>
              <ac:spMk id="16" creationId="{6C6F363F-7E9B-46E3-4878-8C6D4E671C00}"/>
            </ac:spMkLst>
          </pc:spChg>
          <pc:spChg chg="del mod">
            <ac:chgData name="Suzanne Conder" userId="0d494b33-eb5e-4e6e-ac89-c59ea1a73de1" providerId="ADAL" clId="{8CB5F24F-FC82-4A31-9699-43B157CFD176}" dt="2025-02-03T13:19:34.973" v="553" actId="478"/>
            <ac:spMkLst>
              <pc:docMk/>
              <pc:sldMasterMk cId="147608954" sldId="2147483648"/>
              <pc:sldLayoutMk cId="257866799" sldId="2147483693"/>
              <ac:spMk id="17" creationId="{FDEBFD8A-C963-6B38-A9AC-1A11E6892659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18" creationId="{9E2D9273-39C5-597E-6E59-B434D876ABEC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19" creationId="{7DF03452-E094-AFC3-7924-0EEBE11206E8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20" creationId="{047A5CCF-9703-0CBA-31DC-EB84193780B2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21" creationId="{95F9482F-C3AA-2688-F878-C209854F41B4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22" creationId="{D7612CB1-267B-F7A2-3745-6881ACD597D6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23" creationId="{9E1CCCF6-E3F1-7AC5-5708-E6A4191FBC30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24" creationId="{04EB1C4C-8670-D8D4-A3F4-1A87A9D5A63D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29" creationId="{9C3C0B05-C222-9C9B-0844-8DAA5A28283B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30" creationId="{C9B99246-14FE-1B34-CA5F-137C6B2029A7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31" creationId="{06964416-7004-5099-6E63-39EE1766DC12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38" creationId="{21FF3994-01D9-6B50-D476-4D59D064177E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39" creationId="{38AB187F-8F30-1C5E-3390-14B9CA8B5785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40" creationId="{52CBC0F7-41CD-7276-430C-D8AE4477D1E9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41" creationId="{D3F80796-ADA2-6B91-606C-8105754DFC70}"/>
            </ac:spMkLst>
          </pc:spChg>
          <pc:spChg chg="mod">
            <ac:chgData name="Suzanne Conder" userId="0d494b33-eb5e-4e6e-ac89-c59ea1a73de1" providerId="ADAL" clId="{8CB5F24F-FC82-4A31-9699-43B157CFD176}" dt="2025-02-03T13:19:46.273" v="577" actId="1036"/>
            <ac:spMkLst>
              <pc:docMk/>
              <pc:sldMasterMk cId="147608954" sldId="2147483648"/>
              <pc:sldLayoutMk cId="257866799" sldId="2147483693"/>
              <ac:spMk id="42" creationId="{7FEAE47C-BE47-9A73-E22E-3DFBCF7BED45}"/>
            </ac:spMkLst>
          </pc:spChg>
          <pc:spChg chg="del mod">
            <ac:chgData name="Suzanne Conder" userId="0d494b33-eb5e-4e6e-ac89-c59ea1a73de1" providerId="ADAL" clId="{8CB5F24F-FC82-4A31-9699-43B157CFD176}" dt="2025-02-03T13:19:37.667" v="558" actId="478"/>
            <ac:spMkLst>
              <pc:docMk/>
              <pc:sldMasterMk cId="147608954" sldId="2147483648"/>
              <pc:sldLayoutMk cId="257866799" sldId="2147483693"/>
              <ac:spMk id="43" creationId="{A251CF3C-BA0E-BDE3-1D0D-CFC8E519A5DF}"/>
            </ac:spMkLst>
          </pc:spChg>
          <pc:spChg chg="del">
            <ac:chgData name="Suzanne Conder" userId="0d494b33-eb5e-4e6e-ac89-c59ea1a73de1" providerId="ADAL" clId="{8CB5F24F-FC82-4A31-9699-43B157CFD176}" dt="2025-02-03T13:19:35.943" v="555" actId="478"/>
            <ac:spMkLst>
              <pc:docMk/>
              <pc:sldMasterMk cId="147608954" sldId="2147483648"/>
              <pc:sldLayoutMk cId="257866799" sldId="2147483693"/>
              <ac:spMk id="44" creationId="{1E582C8D-0903-F54A-9D1E-BF1BDB7D616A}"/>
            </ac:spMkLst>
          </pc:spChg>
          <pc:spChg chg="del">
            <ac:chgData name="Suzanne Conder" userId="0d494b33-eb5e-4e6e-ac89-c59ea1a73de1" providerId="ADAL" clId="{8CB5F24F-FC82-4A31-9699-43B157CFD176}" dt="2025-02-03T13:19:38.358" v="559" actId="478"/>
            <ac:spMkLst>
              <pc:docMk/>
              <pc:sldMasterMk cId="147608954" sldId="2147483648"/>
              <pc:sldLayoutMk cId="257866799" sldId="2147483693"/>
              <ac:spMk id="45" creationId="{A3B151E9-5835-D3EB-936E-DF14EE5106B4}"/>
            </ac:spMkLst>
          </pc:spChg>
          <pc:spChg chg="del mod">
            <ac:chgData name="Suzanne Conder" userId="0d494b33-eb5e-4e6e-ac89-c59ea1a73de1" providerId="ADAL" clId="{8CB5F24F-FC82-4A31-9699-43B157CFD176}" dt="2025-02-03T13:19:37.353" v="557" actId="478"/>
            <ac:spMkLst>
              <pc:docMk/>
              <pc:sldMasterMk cId="147608954" sldId="2147483648"/>
              <pc:sldLayoutMk cId="257866799" sldId="2147483693"/>
              <ac:spMk id="46" creationId="{43F01805-E2E0-D572-7ED4-7394021386FB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2:53:04.117" v="219" actId="207"/>
          <pc:sldLayoutMkLst>
            <pc:docMk/>
            <pc:sldMasterMk cId="147608954" sldId="2147483648"/>
            <pc:sldLayoutMk cId="1826259606" sldId="2147483694"/>
          </pc:sldLayoutMkLst>
          <pc:spChg chg="mod">
            <ac:chgData name="Suzanne Conder" userId="0d494b33-eb5e-4e6e-ac89-c59ea1a73de1" providerId="ADAL" clId="{8CB5F24F-FC82-4A31-9699-43B157CFD176}" dt="2025-02-03T12:51:22.541" v="212" actId="207"/>
            <ac:spMkLst>
              <pc:docMk/>
              <pc:sldMasterMk cId="147608954" sldId="2147483648"/>
              <pc:sldLayoutMk cId="1826259606" sldId="2147483694"/>
              <ac:spMk id="10" creationId="{710E947F-20CC-2A53-BB28-4ED3A151172A}"/>
            </ac:spMkLst>
          </pc:spChg>
          <pc:spChg chg="mod">
            <ac:chgData name="Suzanne Conder" userId="0d494b33-eb5e-4e6e-ac89-c59ea1a73de1" providerId="ADAL" clId="{8CB5F24F-FC82-4A31-9699-43B157CFD176}" dt="2025-02-03T12:53:04.117" v="219" actId="207"/>
            <ac:spMkLst>
              <pc:docMk/>
              <pc:sldMasterMk cId="147608954" sldId="2147483648"/>
              <pc:sldLayoutMk cId="1826259606" sldId="2147483694"/>
              <ac:spMk id="18" creationId="{9E2D9273-39C5-597E-6E59-B434D876ABEC}"/>
            </ac:spMkLst>
          </pc:spChg>
          <pc:spChg chg="mod">
            <ac:chgData name="Suzanne Conder" userId="0d494b33-eb5e-4e6e-ac89-c59ea1a73de1" providerId="ADAL" clId="{8CB5F24F-FC82-4A31-9699-43B157CFD176}" dt="2025-02-03T12:53:04.117" v="219" actId="207"/>
            <ac:spMkLst>
              <pc:docMk/>
              <pc:sldMasterMk cId="147608954" sldId="2147483648"/>
              <pc:sldLayoutMk cId="1826259606" sldId="2147483694"/>
              <ac:spMk id="22" creationId="{D7612CB1-267B-F7A2-3745-6881ACD597D6}"/>
            </ac:spMkLst>
          </pc:spChg>
          <pc:spChg chg="mod">
            <ac:chgData name="Suzanne Conder" userId="0d494b33-eb5e-4e6e-ac89-c59ea1a73de1" providerId="ADAL" clId="{8CB5F24F-FC82-4A31-9699-43B157CFD176}" dt="2025-02-03T12:53:04.117" v="219" actId="207"/>
            <ac:spMkLst>
              <pc:docMk/>
              <pc:sldMasterMk cId="147608954" sldId="2147483648"/>
              <pc:sldLayoutMk cId="1826259606" sldId="2147483694"/>
              <ac:spMk id="39" creationId="{38AB187F-8F30-1C5E-3390-14B9CA8B5785}"/>
            </ac:spMkLst>
          </pc:spChg>
          <pc:spChg chg="mod">
            <ac:chgData name="Suzanne Conder" userId="0d494b33-eb5e-4e6e-ac89-c59ea1a73de1" providerId="ADAL" clId="{8CB5F24F-FC82-4A31-9699-43B157CFD176}" dt="2025-02-03T12:53:04.117" v="219" actId="207"/>
            <ac:spMkLst>
              <pc:docMk/>
              <pc:sldMasterMk cId="147608954" sldId="2147483648"/>
              <pc:sldLayoutMk cId="1826259606" sldId="2147483694"/>
              <ac:spMk id="43" creationId="{A251CF3C-BA0E-BDE3-1D0D-CFC8E519A5DF}"/>
            </ac:spMkLst>
          </pc:spChg>
        </pc:sldLayoutChg>
        <pc:sldLayoutChg chg="modSp mod ord">
          <pc:chgData name="Suzanne Conder" userId="0d494b33-eb5e-4e6e-ac89-c59ea1a73de1" providerId="ADAL" clId="{8CB5F24F-FC82-4A31-9699-43B157CFD176}" dt="2025-02-03T13:19:20.098" v="549" actId="2711"/>
          <pc:sldLayoutMkLst>
            <pc:docMk/>
            <pc:sldMasterMk cId="147608954" sldId="2147483648"/>
            <pc:sldLayoutMk cId="1129799245" sldId="2147483695"/>
          </pc:sldLayoutMkLst>
          <pc:spChg chg="mod">
            <ac:chgData name="Suzanne Conder" userId="0d494b33-eb5e-4e6e-ac89-c59ea1a73de1" providerId="ADAL" clId="{8CB5F24F-FC82-4A31-9699-43B157CFD176}" dt="2025-02-03T12:53:10.643" v="220" actId="207"/>
            <ac:spMkLst>
              <pc:docMk/>
              <pc:sldMasterMk cId="147608954" sldId="2147483648"/>
              <pc:sldLayoutMk cId="1129799245" sldId="2147483695"/>
              <ac:spMk id="18" creationId="{9E2D9273-39C5-597E-6E59-B434D876ABEC}"/>
            </ac:spMkLst>
          </pc:spChg>
          <pc:spChg chg="mod">
            <ac:chgData name="Suzanne Conder" userId="0d494b33-eb5e-4e6e-ac89-c59ea1a73de1" providerId="ADAL" clId="{8CB5F24F-FC82-4A31-9699-43B157CFD176}" dt="2025-02-03T12:53:10.643" v="220" actId="207"/>
            <ac:spMkLst>
              <pc:docMk/>
              <pc:sldMasterMk cId="147608954" sldId="2147483648"/>
              <pc:sldLayoutMk cId="1129799245" sldId="2147483695"/>
              <ac:spMk id="22" creationId="{D7612CB1-267B-F7A2-3745-6881ACD597D6}"/>
            </ac:spMkLst>
          </pc:spChg>
          <pc:spChg chg="mod">
            <ac:chgData name="Suzanne Conder" userId="0d494b33-eb5e-4e6e-ac89-c59ea1a73de1" providerId="ADAL" clId="{8CB5F24F-FC82-4A31-9699-43B157CFD176}" dt="2025-02-03T12:53:10.643" v="220" actId="207"/>
            <ac:spMkLst>
              <pc:docMk/>
              <pc:sldMasterMk cId="147608954" sldId="2147483648"/>
              <pc:sldLayoutMk cId="1129799245" sldId="2147483695"/>
              <ac:spMk id="39" creationId="{38AB187F-8F30-1C5E-3390-14B9CA8B5785}"/>
            </ac:spMkLst>
          </pc:spChg>
          <pc:spChg chg="mod">
            <ac:chgData name="Suzanne Conder" userId="0d494b33-eb5e-4e6e-ac89-c59ea1a73de1" providerId="ADAL" clId="{8CB5F24F-FC82-4A31-9699-43B157CFD176}" dt="2025-02-03T13:19:20.098" v="549" actId="2711"/>
            <ac:spMkLst>
              <pc:docMk/>
              <pc:sldMasterMk cId="147608954" sldId="2147483648"/>
              <pc:sldLayoutMk cId="1129799245" sldId="2147483695"/>
              <ac:spMk id="40" creationId="{52CBC0F7-41CD-7276-430C-D8AE4477D1E9}"/>
            </ac:spMkLst>
          </pc:spChg>
          <pc:spChg chg="mod">
            <ac:chgData name="Suzanne Conder" userId="0d494b33-eb5e-4e6e-ac89-c59ea1a73de1" providerId="ADAL" clId="{8CB5F24F-FC82-4A31-9699-43B157CFD176}" dt="2025-02-03T12:53:10.643" v="220" actId="207"/>
            <ac:spMkLst>
              <pc:docMk/>
              <pc:sldMasterMk cId="147608954" sldId="2147483648"/>
              <pc:sldLayoutMk cId="1129799245" sldId="2147483695"/>
              <ac:spMk id="43" creationId="{A251CF3C-BA0E-BDE3-1D0D-CFC8E519A5DF}"/>
            </ac:spMkLst>
          </pc:spChg>
        </pc:sldLayoutChg>
        <pc:sldLayoutChg chg="delSp modSp mod">
          <pc:chgData name="Suzanne Conder" userId="0d494b33-eb5e-4e6e-ac89-c59ea1a73de1" providerId="ADAL" clId="{8CB5F24F-FC82-4A31-9699-43B157CFD176}" dt="2025-02-03T13:19:15.019" v="548" actId="2711"/>
          <pc:sldLayoutMkLst>
            <pc:docMk/>
            <pc:sldMasterMk cId="147608954" sldId="2147483648"/>
            <pc:sldLayoutMk cId="1941074342" sldId="2147483696"/>
          </pc:sldLayoutMkLst>
          <pc:spChg chg="mod">
            <ac:chgData name="Suzanne Conder" userId="0d494b33-eb5e-4e6e-ac89-c59ea1a73de1" providerId="ADAL" clId="{8CB5F24F-FC82-4A31-9699-43B157CFD176}" dt="2025-02-03T13:14:21.576" v="513" actId="207"/>
            <ac:spMkLst>
              <pc:docMk/>
              <pc:sldMasterMk cId="147608954" sldId="2147483648"/>
              <pc:sldLayoutMk cId="1941074342" sldId="2147483696"/>
              <ac:spMk id="10" creationId="{710E947F-20CC-2A53-BB28-4ED3A151172A}"/>
            </ac:spMkLst>
          </pc:spChg>
          <pc:spChg chg="mod">
            <ac:chgData name="Suzanne Conder" userId="0d494b33-eb5e-4e6e-ac89-c59ea1a73de1" providerId="ADAL" clId="{8CB5F24F-FC82-4A31-9699-43B157CFD176}" dt="2025-02-03T13:13:47.513" v="508" actId="14100"/>
            <ac:spMkLst>
              <pc:docMk/>
              <pc:sldMasterMk cId="147608954" sldId="2147483648"/>
              <pc:sldLayoutMk cId="1941074342" sldId="2147483696"/>
              <ac:spMk id="11" creationId="{0E53B68E-3D93-3D0A-8780-5D0D41434203}"/>
            </ac:spMkLst>
          </pc:spChg>
          <pc:spChg chg="mod">
            <ac:chgData name="Suzanne Conder" userId="0d494b33-eb5e-4e6e-ac89-c59ea1a73de1" providerId="ADAL" clId="{8CB5F24F-FC82-4A31-9699-43B157CFD176}" dt="2025-02-03T13:13:51.868" v="509" actId="14100"/>
            <ac:spMkLst>
              <pc:docMk/>
              <pc:sldMasterMk cId="147608954" sldId="2147483648"/>
              <pc:sldLayoutMk cId="1941074342" sldId="2147483696"/>
              <ac:spMk id="13" creationId="{709FCA16-4548-39F9-FC39-EEB46E070B21}"/>
            </ac:spMkLst>
          </pc:spChg>
          <pc:spChg chg="del">
            <ac:chgData name="Suzanne Conder" userId="0d494b33-eb5e-4e6e-ac89-c59ea1a73de1" providerId="ADAL" clId="{8CB5F24F-FC82-4A31-9699-43B157CFD176}" dt="2025-02-03T13:12:35.416" v="354" actId="478"/>
            <ac:spMkLst>
              <pc:docMk/>
              <pc:sldMasterMk cId="147608954" sldId="2147483648"/>
              <pc:sldLayoutMk cId="1941074342" sldId="2147483696"/>
              <ac:spMk id="18" creationId="{9E2D9273-39C5-597E-6E59-B434D876ABEC}"/>
            </ac:spMkLst>
          </pc:spChg>
          <pc:spChg chg="del">
            <ac:chgData name="Suzanne Conder" userId="0d494b33-eb5e-4e6e-ac89-c59ea1a73de1" providerId="ADAL" clId="{8CB5F24F-FC82-4A31-9699-43B157CFD176}" dt="2025-02-03T13:12:35.776" v="355" actId="478"/>
            <ac:spMkLst>
              <pc:docMk/>
              <pc:sldMasterMk cId="147608954" sldId="2147483648"/>
              <pc:sldLayoutMk cId="1941074342" sldId="2147483696"/>
              <ac:spMk id="19" creationId="{7DF03452-E094-AFC3-7924-0EEBE11206E8}"/>
            </ac:spMkLst>
          </pc:spChg>
          <pc:spChg chg="del">
            <ac:chgData name="Suzanne Conder" userId="0d494b33-eb5e-4e6e-ac89-c59ea1a73de1" providerId="ADAL" clId="{8CB5F24F-FC82-4A31-9699-43B157CFD176}" dt="2025-02-03T13:12:36.667" v="357" actId="478"/>
            <ac:spMkLst>
              <pc:docMk/>
              <pc:sldMasterMk cId="147608954" sldId="2147483648"/>
              <pc:sldLayoutMk cId="1941074342" sldId="2147483696"/>
              <ac:spMk id="20" creationId="{047A5CCF-9703-0CBA-31DC-EB84193780B2}"/>
            </ac:spMkLst>
          </pc:spChg>
          <pc:spChg chg="del">
            <ac:chgData name="Suzanne Conder" userId="0d494b33-eb5e-4e6e-ac89-c59ea1a73de1" providerId="ADAL" clId="{8CB5F24F-FC82-4A31-9699-43B157CFD176}" dt="2025-02-03T13:12:36.092" v="356" actId="478"/>
            <ac:spMkLst>
              <pc:docMk/>
              <pc:sldMasterMk cId="147608954" sldId="2147483648"/>
              <pc:sldLayoutMk cId="1941074342" sldId="2147483696"/>
              <ac:spMk id="21" creationId="{95F9482F-C3AA-2688-F878-C209854F41B4}"/>
            </ac:spMkLst>
          </pc:spChg>
          <pc:spChg chg="del">
            <ac:chgData name="Suzanne Conder" userId="0d494b33-eb5e-4e6e-ac89-c59ea1a73de1" providerId="ADAL" clId="{8CB5F24F-FC82-4A31-9699-43B157CFD176}" dt="2025-02-03T13:12:33.591" v="351" actId="478"/>
            <ac:spMkLst>
              <pc:docMk/>
              <pc:sldMasterMk cId="147608954" sldId="2147483648"/>
              <pc:sldLayoutMk cId="1941074342" sldId="2147483696"/>
              <ac:spMk id="22" creationId="{D7612CB1-267B-F7A2-3745-6881ACD597D6}"/>
            </ac:spMkLst>
          </pc:spChg>
          <pc:spChg chg="del">
            <ac:chgData name="Suzanne Conder" userId="0d494b33-eb5e-4e6e-ac89-c59ea1a73de1" providerId="ADAL" clId="{8CB5F24F-FC82-4A31-9699-43B157CFD176}" dt="2025-02-03T13:12:33.261" v="350" actId="478"/>
            <ac:spMkLst>
              <pc:docMk/>
              <pc:sldMasterMk cId="147608954" sldId="2147483648"/>
              <pc:sldLayoutMk cId="1941074342" sldId="2147483696"/>
              <ac:spMk id="23" creationId="{9E1CCCF6-E3F1-7AC5-5708-E6A4191FBC30}"/>
            </ac:spMkLst>
          </pc:spChg>
          <pc:spChg chg="del">
            <ac:chgData name="Suzanne Conder" userId="0d494b33-eb5e-4e6e-ac89-c59ea1a73de1" providerId="ADAL" clId="{8CB5F24F-FC82-4A31-9699-43B157CFD176}" dt="2025-02-03T13:12:34.760" v="353" actId="478"/>
            <ac:spMkLst>
              <pc:docMk/>
              <pc:sldMasterMk cId="147608954" sldId="2147483648"/>
              <pc:sldLayoutMk cId="1941074342" sldId="2147483696"/>
              <ac:spMk id="24" creationId="{04EB1C4C-8670-D8D4-A3F4-1A87A9D5A63D}"/>
            </ac:spMkLst>
          </pc:spChg>
          <pc:spChg chg="del">
            <ac:chgData name="Suzanne Conder" userId="0d494b33-eb5e-4e6e-ac89-c59ea1a73de1" providerId="ADAL" clId="{8CB5F24F-FC82-4A31-9699-43B157CFD176}" dt="2025-02-03T13:12:34.430" v="352" actId="478"/>
            <ac:spMkLst>
              <pc:docMk/>
              <pc:sldMasterMk cId="147608954" sldId="2147483648"/>
              <pc:sldLayoutMk cId="1941074342" sldId="2147483696"/>
              <ac:spMk id="38" creationId="{21FF3994-01D9-6B50-D476-4D59D064177E}"/>
            </ac:spMkLst>
          </pc:spChg>
          <pc:spChg chg="del">
            <ac:chgData name="Suzanne Conder" userId="0d494b33-eb5e-4e6e-ac89-c59ea1a73de1" providerId="ADAL" clId="{8CB5F24F-FC82-4A31-9699-43B157CFD176}" dt="2025-02-03T13:12:30.661" v="346" actId="478"/>
            <ac:spMkLst>
              <pc:docMk/>
              <pc:sldMasterMk cId="147608954" sldId="2147483648"/>
              <pc:sldLayoutMk cId="1941074342" sldId="2147483696"/>
              <ac:spMk id="39" creationId="{38AB187F-8F30-1C5E-3390-14B9CA8B5785}"/>
            </ac:spMkLst>
          </pc:spChg>
          <pc:spChg chg="del">
            <ac:chgData name="Suzanne Conder" userId="0d494b33-eb5e-4e6e-ac89-c59ea1a73de1" providerId="ADAL" clId="{8CB5F24F-FC82-4A31-9699-43B157CFD176}" dt="2025-02-03T13:12:32.884" v="349" actId="478"/>
            <ac:spMkLst>
              <pc:docMk/>
              <pc:sldMasterMk cId="147608954" sldId="2147483648"/>
              <pc:sldLayoutMk cId="1941074342" sldId="2147483696"/>
              <ac:spMk id="40" creationId="{52CBC0F7-41CD-7276-430C-D8AE4477D1E9}"/>
            </ac:spMkLst>
          </pc:spChg>
          <pc:spChg chg="del">
            <ac:chgData name="Suzanne Conder" userId="0d494b33-eb5e-4e6e-ac89-c59ea1a73de1" providerId="ADAL" clId="{8CB5F24F-FC82-4A31-9699-43B157CFD176}" dt="2025-02-03T13:12:32.208" v="348" actId="478"/>
            <ac:spMkLst>
              <pc:docMk/>
              <pc:sldMasterMk cId="147608954" sldId="2147483648"/>
              <pc:sldLayoutMk cId="1941074342" sldId="2147483696"/>
              <ac:spMk id="41" creationId="{D3F80796-ADA2-6B91-606C-8105754DFC70}"/>
            </ac:spMkLst>
          </pc:spChg>
          <pc:spChg chg="del">
            <ac:chgData name="Suzanne Conder" userId="0d494b33-eb5e-4e6e-ac89-c59ea1a73de1" providerId="ADAL" clId="{8CB5F24F-FC82-4A31-9699-43B157CFD176}" dt="2025-02-03T13:12:31.926" v="347" actId="478"/>
            <ac:spMkLst>
              <pc:docMk/>
              <pc:sldMasterMk cId="147608954" sldId="2147483648"/>
              <pc:sldLayoutMk cId="1941074342" sldId="2147483696"/>
              <ac:spMk id="42" creationId="{7FEAE47C-BE47-9A73-E22E-3DFBCF7BED45}"/>
            </ac:spMkLst>
          </pc:spChg>
          <pc:spChg chg="del">
            <ac:chgData name="Suzanne Conder" userId="0d494b33-eb5e-4e6e-ac89-c59ea1a73de1" providerId="ADAL" clId="{8CB5F24F-FC82-4A31-9699-43B157CFD176}" dt="2025-02-03T13:12:40.546" v="360" actId="478"/>
            <ac:spMkLst>
              <pc:docMk/>
              <pc:sldMasterMk cId="147608954" sldId="2147483648"/>
              <pc:sldLayoutMk cId="1941074342" sldId="2147483696"/>
              <ac:spMk id="43" creationId="{A251CF3C-BA0E-BDE3-1D0D-CFC8E519A5DF}"/>
            </ac:spMkLst>
          </pc:spChg>
          <pc:spChg chg="mod">
            <ac:chgData name="Suzanne Conder" userId="0d494b33-eb5e-4e6e-ac89-c59ea1a73de1" providerId="ADAL" clId="{8CB5F24F-FC82-4A31-9699-43B157CFD176}" dt="2025-02-03T13:19:15.019" v="548" actId="2711"/>
            <ac:spMkLst>
              <pc:docMk/>
              <pc:sldMasterMk cId="147608954" sldId="2147483648"/>
              <pc:sldLayoutMk cId="1941074342" sldId="2147483696"/>
              <ac:spMk id="44" creationId="{1E582C8D-0903-F54A-9D1E-BF1BDB7D616A}"/>
            </ac:spMkLst>
          </pc:spChg>
          <pc:spChg chg="del">
            <ac:chgData name="Suzanne Conder" userId="0d494b33-eb5e-4e6e-ac89-c59ea1a73de1" providerId="ADAL" clId="{8CB5F24F-FC82-4A31-9699-43B157CFD176}" dt="2025-02-03T13:12:38.210" v="358" actId="478"/>
            <ac:spMkLst>
              <pc:docMk/>
              <pc:sldMasterMk cId="147608954" sldId="2147483648"/>
              <pc:sldLayoutMk cId="1941074342" sldId="2147483696"/>
              <ac:spMk id="45" creationId="{A3B151E9-5835-D3EB-936E-DF14EE5106B4}"/>
            </ac:spMkLst>
          </pc:spChg>
          <pc:spChg chg="del">
            <ac:chgData name="Suzanne Conder" userId="0d494b33-eb5e-4e6e-ac89-c59ea1a73de1" providerId="ADAL" clId="{8CB5F24F-FC82-4A31-9699-43B157CFD176}" dt="2025-02-03T13:12:39.312" v="359" actId="478"/>
            <ac:spMkLst>
              <pc:docMk/>
              <pc:sldMasterMk cId="147608954" sldId="2147483648"/>
              <pc:sldLayoutMk cId="1941074342" sldId="2147483696"/>
              <ac:spMk id="46" creationId="{43F01805-E2E0-D572-7ED4-7394021386FB}"/>
            </ac:spMkLst>
          </pc:spChg>
        </pc:sldLayoutChg>
        <pc:sldLayoutChg chg="modSp">
          <pc:chgData name="Suzanne Conder" userId="0d494b33-eb5e-4e6e-ac89-c59ea1a73de1" providerId="ADAL" clId="{8CB5F24F-FC82-4A31-9699-43B157CFD176}" dt="2025-02-03T13:19:08.473" v="547" actId="2711"/>
          <pc:sldLayoutMkLst>
            <pc:docMk/>
            <pc:sldMasterMk cId="147608954" sldId="2147483648"/>
            <pc:sldLayoutMk cId="3562508893" sldId="2147483697"/>
          </pc:sldLayoutMkLst>
          <pc:spChg chg="mod">
            <ac:chgData name="Suzanne Conder" userId="0d494b33-eb5e-4e6e-ac89-c59ea1a73de1" providerId="ADAL" clId="{8CB5F24F-FC82-4A31-9699-43B157CFD176}" dt="2025-02-03T13:19:08.473" v="547" actId="2711"/>
            <ac:spMkLst>
              <pc:docMk/>
              <pc:sldMasterMk cId="147608954" sldId="2147483648"/>
              <pc:sldLayoutMk cId="3562508893" sldId="2147483697"/>
              <ac:spMk id="44" creationId="{1E582C8D-0903-F54A-9D1E-BF1BDB7D616A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3:14:31.226" v="514" actId="207"/>
          <pc:sldLayoutMkLst>
            <pc:docMk/>
            <pc:sldMasterMk cId="147608954" sldId="2147483648"/>
            <pc:sldLayoutMk cId="3940579392" sldId="2147483698"/>
          </pc:sldLayoutMkLst>
          <pc:spChg chg="mod">
            <ac:chgData name="Suzanne Conder" userId="0d494b33-eb5e-4e6e-ac89-c59ea1a73de1" providerId="ADAL" clId="{8CB5F24F-FC82-4A31-9699-43B157CFD176}" dt="2025-02-03T13:14:31.226" v="514" actId="207"/>
            <ac:spMkLst>
              <pc:docMk/>
              <pc:sldMasterMk cId="147608954" sldId="2147483648"/>
              <pc:sldLayoutMk cId="3940579392" sldId="2147483698"/>
              <ac:spMk id="10" creationId="{710E947F-20CC-2A53-BB28-4ED3A151172A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3:14:17.198" v="512" actId="207"/>
          <pc:sldLayoutMkLst>
            <pc:docMk/>
            <pc:sldMasterMk cId="147608954" sldId="2147483648"/>
            <pc:sldLayoutMk cId="2804262385" sldId="2147483699"/>
          </pc:sldLayoutMkLst>
          <pc:spChg chg="mod">
            <ac:chgData name="Suzanne Conder" userId="0d494b33-eb5e-4e6e-ac89-c59ea1a73de1" providerId="ADAL" clId="{8CB5F24F-FC82-4A31-9699-43B157CFD176}" dt="2025-02-03T13:14:17.198" v="512" actId="207"/>
            <ac:spMkLst>
              <pc:docMk/>
              <pc:sldMasterMk cId="147608954" sldId="2147483648"/>
              <pc:sldLayoutMk cId="2804262385" sldId="2147483699"/>
              <ac:spMk id="10" creationId="{710E947F-20CC-2A53-BB28-4ED3A151172A}"/>
            </ac:spMkLst>
          </pc:spChg>
        </pc:sldLayoutChg>
        <pc:sldLayoutChg chg="delSp modSp mod">
          <pc:chgData name="Suzanne Conder" userId="0d494b33-eb5e-4e6e-ac89-c59ea1a73de1" providerId="ADAL" clId="{8CB5F24F-FC82-4A31-9699-43B157CFD176}" dt="2025-02-14T11:18:49.470" v="995" actId="1076"/>
          <pc:sldLayoutMkLst>
            <pc:docMk/>
            <pc:sldMasterMk cId="147608954" sldId="2147483648"/>
            <pc:sldLayoutMk cId="3286677067" sldId="2147483700"/>
          </pc:sldLayoutMkLst>
          <pc:spChg chg="mod">
            <ac:chgData name="Suzanne Conder" userId="0d494b33-eb5e-4e6e-ac89-c59ea1a73de1" providerId="ADAL" clId="{8CB5F24F-FC82-4A31-9699-43B157CFD176}" dt="2025-02-03T13:27:12.789" v="584" actId="207"/>
            <ac:spMkLst>
              <pc:docMk/>
              <pc:sldMasterMk cId="147608954" sldId="2147483648"/>
              <pc:sldLayoutMk cId="3286677067" sldId="2147483700"/>
              <ac:spMk id="7" creationId="{403B5EBA-655B-A2BD-AC59-0A4B4E8823F1}"/>
            </ac:spMkLst>
          </pc:spChg>
          <pc:spChg chg="mod">
            <ac:chgData name="Suzanne Conder" userId="0d494b33-eb5e-4e6e-ac89-c59ea1a73de1" providerId="ADAL" clId="{8CB5F24F-FC82-4A31-9699-43B157CFD176}" dt="2025-02-14T11:18:49.470" v="995" actId="1076"/>
            <ac:spMkLst>
              <pc:docMk/>
              <pc:sldMasterMk cId="147608954" sldId="2147483648"/>
              <pc:sldLayoutMk cId="3286677067" sldId="2147483700"/>
              <ac:spMk id="11" creationId="{B25135FE-DE46-4FFE-29E2-9B2D2FB412B9}"/>
            </ac:spMkLst>
          </pc:spChg>
          <pc:spChg chg="del">
            <ac:chgData name="Suzanne Conder" userId="0d494b33-eb5e-4e6e-ac89-c59ea1a73de1" providerId="ADAL" clId="{8CB5F24F-FC82-4A31-9699-43B157CFD176}" dt="2025-02-03T13:16:55.879" v="535" actId="478"/>
            <ac:spMkLst>
              <pc:docMk/>
              <pc:sldMasterMk cId="147608954" sldId="2147483648"/>
              <pc:sldLayoutMk cId="3286677067" sldId="2147483700"/>
              <ac:spMk id="12" creationId="{14618571-F85D-AC08-B648-B4D897654D01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3:20:09.053" v="581" actId="207"/>
          <pc:sldLayoutMkLst>
            <pc:docMk/>
            <pc:sldMasterMk cId="147608954" sldId="2147483648"/>
            <pc:sldLayoutMk cId="1127768320" sldId="2147483701"/>
          </pc:sldLayoutMkLst>
          <pc:spChg chg="mod">
            <ac:chgData name="Suzanne Conder" userId="0d494b33-eb5e-4e6e-ac89-c59ea1a73de1" providerId="ADAL" clId="{8CB5F24F-FC82-4A31-9699-43B157CFD176}" dt="2025-02-03T13:20:09.053" v="581" actId="207"/>
            <ac:spMkLst>
              <pc:docMk/>
              <pc:sldMasterMk cId="147608954" sldId="2147483648"/>
              <pc:sldLayoutMk cId="1127768320" sldId="2147483701"/>
              <ac:spMk id="10" creationId="{710E947F-20CC-2A53-BB28-4ED3A151172A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3:27:02.130" v="583" actId="207"/>
          <pc:sldLayoutMkLst>
            <pc:docMk/>
            <pc:sldMasterMk cId="147608954" sldId="2147483648"/>
            <pc:sldLayoutMk cId="671040015" sldId="2147483703"/>
          </pc:sldLayoutMkLst>
          <pc:spChg chg="mod">
            <ac:chgData name="Suzanne Conder" userId="0d494b33-eb5e-4e6e-ac89-c59ea1a73de1" providerId="ADAL" clId="{8CB5F24F-FC82-4A31-9699-43B157CFD176}" dt="2025-02-03T13:27:02.130" v="583" actId="207"/>
            <ac:spMkLst>
              <pc:docMk/>
              <pc:sldMasterMk cId="147608954" sldId="2147483648"/>
              <pc:sldLayoutMk cId="671040015" sldId="2147483703"/>
              <ac:spMk id="7" creationId="{403B5EBA-655B-A2BD-AC59-0A4B4E8823F1}"/>
            </ac:spMkLst>
          </pc:spChg>
        </pc:sldLayoutChg>
        <pc:sldLayoutChg chg="modSp mod">
          <pc:chgData name="Suzanne Conder" userId="0d494b33-eb5e-4e6e-ac89-c59ea1a73de1" providerId="ADAL" clId="{8CB5F24F-FC82-4A31-9699-43B157CFD176}" dt="2025-02-03T13:27:17.487" v="585" actId="207"/>
          <pc:sldLayoutMkLst>
            <pc:docMk/>
            <pc:sldMasterMk cId="147608954" sldId="2147483648"/>
            <pc:sldLayoutMk cId="2521538076" sldId="2147483705"/>
          </pc:sldLayoutMkLst>
          <pc:spChg chg="mod">
            <ac:chgData name="Suzanne Conder" userId="0d494b33-eb5e-4e6e-ac89-c59ea1a73de1" providerId="ADAL" clId="{8CB5F24F-FC82-4A31-9699-43B157CFD176}" dt="2025-02-03T13:27:17.487" v="585" actId="207"/>
            <ac:spMkLst>
              <pc:docMk/>
              <pc:sldMasterMk cId="147608954" sldId="2147483648"/>
              <pc:sldLayoutMk cId="2521538076" sldId="2147483705"/>
              <ac:spMk id="7" creationId="{403B5EBA-655B-A2BD-AC59-0A4B4E8823F1}"/>
            </ac:spMkLst>
          </pc:spChg>
        </pc:sldLayoutChg>
        <pc:sldLayoutChg chg="addSp delSp modSp mod ord">
          <pc:chgData name="Suzanne Conder" userId="0d494b33-eb5e-4e6e-ac89-c59ea1a73de1" providerId="ADAL" clId="{8CB5F24F-FC82-4A31-9699-43B157CFD176}" dt="2025-02-03T14:19:23.291" v="870" actId="207"/>
          <pc:sldLayoutMkLst>
            <pc:docMk/>
            <pc:sldMasterMk cId="147608954" sldId="2147483648"/>
            <pc:sldLayoutMk cId="3347343239" sldId="2147483707"/>
          </pc:sldLayoutMkLst>
          <pc:spChg chg="add del mod">
            <ac:chgData name="Suzanne Conder" userId="0d494b33-eb5e-4e6e-ac89-c59ea1a73de1" providerId="ADAL" clId="{8CB5F24F-FC82-4A31-9699-43B157CFD176}" dt="2025-02-03T14:09:35.693" v="632" actId="478"/>
            <ac:spMkLst>
              <pc:docMk/>
              <pc:sldMasterMk cId="147608954" sldId="2147483648"/>
              <pc:sldLayoutMk cId="3347343239" sldId="2147483707"/>
              <ac:spMk id="2" creationId="{9D3C26A9-C1E3-47F7-303F-C8AE3C54BDF1}"/>
            </ac:spMkLst>
          </pc:spChg>
          <pc:spChg chg="add del mod">
            <ac:chgData name="Suzanne Conder" userId="0d494b33-eb5e-4e6e-ac89-c59ea1a73de1" providerId="ADAL" clId="{8CB5F24F-FC82-4A31-9699-43B157CFD176}" dt="2025-02-03T14:09:35.394" v="631" actId="478"/>
            <ac:spMkLst>
              <pc:docMk/>
              <pc:sldMasterMk cId="147608954" sldId="2147483648"/>
              <pc:sldLayoutMk cId="3347343239" sldId="2147483707"/>
              <ac:spMk id="3" creationId="{D392BF43-CC28-6292-24EE-DC343D62E1B1}"/>
            </ac:spMkLst>
          </pc:spChg>
          <pc:spChg chg="add del mod">
            <ac:chgData name="Suzanne Conder" userId="0d494b33-eb5e-4e6e-ac89-c59ea1a73de1" providerId="ADAL" clId="{8CB5F24F-FC82-4A31-9699-43B157CFD176}" dt="2025-02-03T14:09:36.321" v="633" actId="478"/>
            <ac:spMkLst>
              <pc:docMk/>
              <pc:sldMasterMk cId="147608954" sldId="2147483648"/>
              <pc:sldLayoutMk cId="3347343239" sldId="2147483707"/>
              <ac:spMk id="4" creationId="{3F15BD12-2C1A-C945-330D-908DF8E3EDAB}"/>
            </ac:spMkLst>
          </pc:spChg>
          <pc:spChg chg="add del mod">
            <ac:chgData name="Suzanne Conder" userId="0d494b33-eb5e-4e6e-ac89-c59ea1a73de1" providerId="ADAL" clId="{8CB5F24F-FC82-4A31-9699-43B157CFD176}" dt="2025-02-03T14:09:35.112" v="630" actId="478"/>
            <ac:spMkLst>
              <pc:docMk/>
              <pc:sldMasterMk cId="147608954" sldId="2147483648"/>
              <pc:sldLayoutMk cId="3347343239" sldId="2147483707"/>
              <ac:spMk id="5" creationId="{B043F6B3-883E-04E5-1B52-89C2E29132F8}"/>
            </ac:spMkLst>
          </pc:spChg>
          <pc:spChg chg="add del mod">
            <ac:chgData name="Suzanne Conder" userId="0d494b33-eb5e-4e6e-ac89-c59ea1a73de1" providerId="ADAL" clId="{8CB5F24F-FC82-4A31-9699-43B157CFD176}" dt="2025-02-03T14:09:42.750" v="641" actId="478"/>
            <ac:spMkLst>
              <pc:docMk/>
              <pc:sldMasterMk cId="147608954" sldId="2147483648"/>
              <pc:sldLayoutMk cId="3347343239" sldId="2147483707"/>
              <ac:spMk id="6" creationId="{60BC82BF-D83D-5C38-0E22-EBD0DEC79C0C}"/>
            </ac:spMkLst>
          </pc:spChg>
          <pc:spChg chg="del">
            <ac:chgData name="Suzanne Conder" userId="0d494b33-eb5e-4e6e-ac89-c59ea1a73de1" providerId="ADAL" clId="{8CB5F24F-FC82-4A31-9699-43B157CFD176}" dt="2025-02-03T14:07:48.484" v="587" actId="478"/>
            <ac:spMkLst>
              <pc:docMk/>
              <pc:sldMasterMk cId="147608954" sldId="2147483648"/>
              <pc:sldLayoutMk cId="3347343239" sldId="2147483707"/>
              <ac:spMk id="7" creationId="{403B5EBA-655B-A2BD-AC59-0A4B4E8823F1}"/>
            </ac:spMkLst>
          </pc:spChg>
          <pc:spChg chg="add del mod">
            <ac:chgData name="Suzanne Conder" userId="0d494b33-eb5e-4e6e-ac89-c59ea1a73de1" providerId="ADAL" clId="{8CB5F24F-FC82-4A31-9699-43B157CFD176}" dt="2025-02-03T14:09:43.069" v="642" actId="478"/>
            <ac:spMkLst>
              <pc:docMk/>
              <pc:sldMasterMk cId="147608954" sldId="2147483648"/>
              <pc:sldLayoutMk cId="3347343239" sldId="2147483707"/>
              <ac:spMk id="8" creationId="{DA825F37-D349-D833-722D-E4D0E1673063}"/>
            </ac:spMkLst>
          </pc:spChg>
          <pc:spChg chg="add del mod">
            <ac:chgData name="Suzanne Conder" userId="0d494b33-eb5e-4e6e-ac89-c59ea1a73de1" providerId="ADAL" clId="{8CB5F24F-FC82-4A31-9699-43B157CFD176}" dt="2025-02-03T14:09:43.727" v="644" actId="478"/>
            <ac:spMkLst>
              <pc:docMk/>
              <pc:sldMasterMk cId="147608954" sldId="2147483648"/>
              <pc:sldLayoutMk cId="3347343239" sldId="2147483707"/>
              <ac:spMk id="9" creationId="{5F1BB569-0FA4-D873-77CE-2A80A288977C}"/>
            </ac:spMkLst>
          </pc:spChg>
          <pc:spChg chg="add del mod">
            <ac:chgData name="Suzanne Conder" userId="0d494b33-eb5e-4e6e-ac89-c59ea1a73de1" providerId="ADAL" clId="{8CB5F24F-FC82-4A31-9699-43B157CFD176}" dt="2025-02-03T14:09:43.389" v="643" actId="478"/>
            <ac:spMkLst>
              <pc:docMk/>
              <pc:sldMasterMk cId="147608954" sldId="2147483648"/>
              <pc:sldLayoutMk cId="3347343239" sldId="2147483707"/>
              <ac:spMk id="10" creationId="{57293BB3-2434-A9C2-A820-5263F484E4C4}"/>
            </ac:spMkLst>
          </pc:spChg>
          <pc:spChg chg="del">
            <ac:chgData name="Suzanne Conder" userId="0d494b33-eb5e-4e6e-ac89-c59ea1a73de1" providerId="ADAL" clId="{8CB5F24F-FC82-4A31-9699-43B157CFD176}" dt="2025-02-03T14:07:47.872" v="586" actId="478"/>
            <ac:spMkLst>
              <pc:docMk/>
              <pc:sldMasterMk cId="147608954" sldId="2147483648"/>
              <pc:sldLayoutMk cId="3347343239" sldId="2147483707"/>
              <ac:spMk id="11" creationId="{B25135FE-DE46-4FFE-29E2-9B2D2FB412B9}"/>
            </ac:spMkLst>
          </pc:spChg>
          <pc:spChg chg="add del mod">
            <ac:chgData name="Suzanne Conder" userId="0d494b33-eb5e-4e6e-ac89-c59ea1a73de1" providerId="ADAL" clId="{8CB5F24F-FC82-4A31-9699-43B157CFD176}" dt="2025-02-03T14:09:47.310" v="654" actId="478"/>
            <ac:spMkLst>
              <pc:docMk/>
              <pc:sldMasterMk cId="147608954" sldId="2147483648"/>
              <pc:sldLayoutMk cId="3347343239" sldId="2147483707"/>
              <ac:spMk id="12" creationId="{7EFF746C-22BB-8568-7C1B-4F43B86B6135}"/>
            </ac:spMkLst>
          </pc:spChg>
          <pc:spChg chg="add del mod">
            <ac:chgData name="Suzanne Conder" userId="0d494b33-eb5e-4e6e-ac89-c59ea1a73de1" providerId="ADAL" clId="{8CB5F24F-FC82-4A31-9699-43B157CFD176}" dt="2025-02-03T14:09:45.253" v="650" actId="478"/>
            <ac:spMkLst>
              <pc:docMk/>
              <pc:sldMasterMk cId="147608954" sldId="2147483648"/>
              <pc:sldLayoutMk cId="3347343239" sldId="2147483707"/>
              <ac:spMk id="13" creationId="{D5454116-AB10-F875-5A41-0D70214464C0}"/>
            </ac:spMkLst>
          </pc:spChg>
          <pc:spChg chg="add del mod">
            <ac:chgData name="Suzanne Conder" userId="0d494b33-eb5e-4e6e-ac89-c59ea1a73de1" providerId="ADAL" clId="{8CB5F24F-FC82-4A31-9699-43B157CFD176}" dt="2025-02-03T14:09:45.961" v="652" actId="478"/>
            <ac:spMkLst>
              <pc:docMk/>
              <pc:sldMasterMk cId="147608954" sldId="2147483648"/>
              <pc:sldLayoutMk cId="3347343239" sldId="2147483707"/>
              <ac:spMk id="14" creationId="{D6F08A0D-C670-7A1F-29E1-D1B976EE24C9}"/>
            </ac:spMkLst>
          </pc:spChg>
          <pc:spChg chg="add del mod">
            <ac:chgData name="Suzanne Conder" userId="0d494b33-eb5e-4e6e-ac89-c59ea1a73de1" providerId="ADAL" clId="{8CB5F24F-FC82-4A31-9699-43B157CFD176}" dt="2025-02-03T14:09:45.567" v="651" actId="478"/>
            <ac:spMkLst>
              <pc:docMk/>
              <pc:sldMasterMk cId="147608954" sldId="2147483648"/>
              <pc:sldLayoutMk cId="3347343239" sldId="2147483707"/>
              <ac:spMk id="15" creationId="{353A18F0-E761-A1BD-9FED-821821018DCB}"/>
            </ac:spMkLst>
          </pc:spChg>
          <pc:spChg chg="add mod">
            <ac:chgData name="Suzanne Conder" userId="0d494b33-eb5e-4e6e-ac89-c59ea1a73de1" providerId="ADAL" clId="{8CB5F24F-FC82-4A31-9699-43B157CFD176}" dt="2025-02-03T14:08:08.066" v="593"/>
            <ac:spMkLst>
              <pc:docMk/>
              <pc:sldMasterMk cId="147608954" sldId="2147483648"/>
              <pc:sldLayoutMk cId="3347343239" sldId="2147483707"/>
              <ac:spMk id="16" creationId="{AF6FD07B-0DDF-1E20-E327-745E1A7FEB78}"/>
            </ac:spMkLst>
          </pc:spChg>
          <pc:spChg chg="add mod">
            <ac:chgData name="Suzanne Conder" userId="0d494b33-eb5e-4e6e-ac89-c59ea1a73de1" providerId="ADAL" clId="{8CB5F24F-FC82-4A31-9699-43B157CFD176}" dt="2025-02-03T14:08:08.066" v="593"/>
            <ac:spMkLst>
              <pc:docMk/>
              <pc:sldMasterMk cId="147608954" sldId="2147483648"/>
              <pc:sldLayoutMk cId="3347343239" sldId="2147483707"/>
              <ac:spMk id="17" creationId="{46A3B57E-E84F-EF1A-DAB3-2196DEEB257D}"/>
            </ac:spMkLst>
          </pc:spChg>
          <pc:spChg chg="add mod">
            <ac:chgData name="Suzanne Conder" userId="0d494b33-eb5e-4e6e-ac89-c59ea1a73de1" providerId="ADAL" clId="{8CB5F24F-FC82-4A31-9699-43B157CFD176}" dt="2025-02-03T14:08:08.066" v="593"/>
            <ac:spMkLst>
              <pc:docMk/>
              <pc:sldMasterMk cId="147608954" sldId="2147483648"/>
              <pc:sldLayoutMk cId="3347343239" sldId="2147483707"/>
              <ac:spMk id="18" creationId="{EB910496-939C-D2E9-6698-4AB19D9DF74C}"/>
            </ac:spMkLst>
          </pc:spChg>
          <pc:spChg chg="add mod">
            <ac:chgData name="Suzanne Conder" userId="0d494b33-eb5e-4e6e-ac89-c59ea1a73de1" providerId="ADAL" clId="{8CB5F24F-FC82-4A31-9699-43B157CFD176}" dt="2025-02-03T14:08:08.066" v="593"/>
            <ac:spMkLst>
              <pc:docMk/>
              <pc:sldMasterMk cId="147608954" sldId="2147483648"/>
              <pc:sldLayoutMk cId="3347343239" sldId="2147483707"/>
              <ac:spMk id="19" creationId="{C7E8CFE7-12C4-D927-2CE0-C47FDA6068FA}"/>
            </ac:spMkLst>
          </pc:spChg>
          <pc:spChg chg="add del mod">
            <ac:chgData name="Suzanne Conder" userId="0d494b33-eb5e-4e6e-ac89-c59ea1a73de1" providerId="ADAL" clId="{8CB5F24F-FC82-4A31-9699-43B157CFD176}" dt="2025-02-03T14:09:46.740" v="653" actId="478"/>
            <ac:spMkLst>
              <pc:docMk/>
              <pc:sldMasterMk cId="147608954" sldId="2147483648"/>
              <pc:sldLayoutMk cId="3347343239" sldId="2147483707"/>
              <ac:spMk id="20" creationId="{5AD41760-684A-B01B-3ACE-8FC3EDFAB932}"/>
            </ac:spMkLst>
          </pc:spChg>
          <pc:spChg chg="add del mod">
            <ac:chgData name="Suzanne Conder" userId="0d494b33-eb5e-4e6e-ac89-c59ea1a73de1" providerId="ADAL" clId="{8CB5F24F-FC82-4A31-9699-43B157CFD176}" dt="2025-02-03T14:09:44.687" v="647" actId="478"/>
            <ac:spMkLst>
              <pc:docMk/>
              <pc:sldMasterMk cId="147608954" sldId="2147483648"/>
              <pc:sldLayoutMk cId="3347343239" sldId="2147483707"/>
              <ac:spMk id="21" creationId="{BFC8EB76-7D7A-0471-3997-811C60092E25}"/>
            </ac:spMkLst>
          </pc:spChg>
          <pc:spChg chg="add del mod">
            <ac:chgData name="Suzanne Conder" userId="0d494b33-eb5e-4e6e-ac89-c59ea1a73de1" providerId="ADAL" clId="{8CB5F24F-FC82-4A31-9699-43B157CFD176}" dt="2025-02-03T14:09:47.569" v="655" actId="478"/>
            <ac:spMkLst>
              <pc:docMk/>
              <pc:sldMasterMk cId="147608954" sldId="2147483648"/>
              <pc:sldLayoutMk cId="3347343239" sldId="2147483707"/>
              <ac:spMk id="22" creationId="{32329A3D-6ACE-354E-D5C8-0983BE5451BA}"/>
            </ac:spMkLst>
          </pc:spChg>
          <pc:spChg chg="add del mod">
            <ac:chgData name="Suzanne Conder" userId="0d494b33-eb5e-4e6e-ac89-c59ea1a73de1" providerId="ADAL" clId="{8CB5F24F-FC82-4A31-9699-43B157CFD176}" dt="2025-02-03T14:09:44.954" v="648" actId="478"/>
            <ac:spMkLst>
              <pc:docMk/>
              <pc:sldMasterMk cId="147608954" sldId="2147483648"/>
              <pc:sldLayoutMk cId="3347343239" sldId="2147483707"/>
              <ac:spMk id="23" creationId="{92F96E7B-CDC6-9554-F605-0EFCE962A7B9}"/>
            </ac:spMkLst>
          </pc:spChg>
          <pc:spChg chg="add del mod">
            <ac:chgData name="Suzanne Conder" userId="0d494b33-eb5e-4e6e-ac89-c59ea1a73de1" providerId="ADAL" clId="{8CB5F24F-FC82-4A31-9699-43B157CFD176}" dt="2025-02-03T14:09:44.439" v="646" actId="478"/>
            <ac:spMkLst>
              <pc:docMk/>
              <pc:sldMasterMk cId="147608954" sldId="2147483648"/>
              <pc:sldLayoutMk cId="3347343239" sldId="2147483707"/>
              <ac:spMk id="24" creationId="{ACA0A234-B81E-53C5-14AF-898CA23EE080}"/>
            </ac:spMkLst>
          </pc:spChg>
          <pc:spChg chg="add del mod">
            <ac:chgData name="Suzanne Conder" userId="0d494b33-eb5e-4e6e-ac89-c59ea1a73de1" providerId="ADAL" clId="{8CB5F24F-FC82-4A31-9699-43B157CFD176}" dt="2025-02-03T14:09:41.385" v="638" actId="478"/>
            <ac:spMkLst>
              <pc:docMk/>
              <pc:sldMasterMk cId="147608954" sldId="2147483648"/>
              <pc:sldLayoutMk cId="3347343239" sldId="2147483707"/>
              <ac:spMk id="25" creationId="{61EA71B3-B755-964B-161E-EA69D2F57BF3}"/>
            </ac:spMkLst>
          </pc:spChg>
          <pc:spChg chg="add del mod">
            <ac:chgData name="Suzanne Conder" userId="0d494b33-eb5e-4e6e-ac89-c59ea1a73de1" providerId="ADAL" clId="{8CB5F24F-FC82-4A31-9699-43B157CFD176}" dt="2025-02-03T14:09:42.076" v="639" actId="478"/>
            <ac:spMkLst>
              <pc:docMk/>
              <pc:sldMasterMk cId="147608954" sldId="2147483648"/>
              <pc:sldLayoutMk cId="3347343239" sldId="2147483707"/>
              <ac:spMk id="26" creationId="{D4A4D7F1-C5A3-BD0B-567F-8EB1C9351411}"/>
            </ac:spMkLst>
          </pc:spChg>
          <pc:spChg chg="add del mod">
            <ac:chgData name="Suzanne Conder" userId="0d494b33-eb5e-4e6e-ac89-c59ea1a73de1" providerId="ADAL" clId="{8CB5F24F-FC82-4A31-9699-43B157CFD176}" dt="2025-02-03T14:09:44.152" v="645" actId="478"/>
            <ac:spMkLst>
              <pc:docMk/>
              <pc:sldMasterMk cId="147608954" sldId="2147483648"/>
              <pc:sldLayoutMk cId="3347343239" sldId="2147483707"/>
              <ac:spMk id="27" creationId="{4EC5F8EA-A2EA-928B-919D-59E74069F116}"/>
            </ac:spMkLst>
          </pc:spChg>
          <pc:spChg chg="add del mod">
            <ac:chgData name="Suzanne Conder" userId="0d494b33-eb5e-4e6e-ac89-c59ea1a73de1" providerId="ADAL" clId="{8CB5F24F-FC82-4A31-9699-43B157CFD176}" dt="2025-02-03T14:09:37.076" v="635" actId="478"/>
            <ac:spMkLst>
              <pc:docMk/>
              <pc:sldMasterMk cId="147608954" sldId="2147483648"/>
              <pc:sldLayoutMk cId="3347343239" sldId="2147483707"/>
              <ac:spMk id="28" creationId="{E5D5FEBD-4BC4-F9C2-8490-2EE5154F5D85}"/>
            </ac:spMkLst>
          </pc:spChg>
          <pc:spChg chg="add del mod">
            <ac:chgData name="Suzanne Conder" userId="0d494b33-eb5e-4e6e-ac89-c59ea1a73de1" providerId="ADAL" clId="{8CB5F24F-FC82-4A31-9699-43B157CFD176}" dt="2025-02-03T14:09:37.564" v="636" actId="478"/>
            <ac:spMkLst>
              <pc:docMk/>
              <pc:sldMasterMk cId="147608954" sldId="2147483648"/>
              <pc:sldLayoutMk cId="3347343239" sldId="2147483707"/>
              <ac:spMk id="29" creationId="{CDCF08C0-5421-0074-9CC6-3C95574E7344}"/>
            </ac:spMkLst>
          </pc:spChg>
          <pc:spChg chg="add del mod">
            <ac:chgData name="Suzanne Conder" userId="0d494b33-eb5e-4e6e-ac89-c59ea1a73de1" providerId="ADAL" clId="{8CB5F24F-FC82-4A31-9699-43B157CFD176}" dt="2025-02-03T14:09:36.777" v="634" actId="478"/>
            <ac:spMkLst>
              <pc:docMk/>
              <pc:sldMasterMk cId="147608954" sldId="2147483648"/>
              <pc:sldLayoutMk cId="3347343239" sldId="2147483707"/>
              <ac:spMk id="30" creationId="{84F05784-422F-F944-5865-48220E1B363F}"/>
            </ac:spMkLst>
          </pc:spChg>
          <pc:spChg chg="add del mod">
            <ac:chgData name="Suzanne Conder" userId="0d494b33-eb5e-4e6e-ac89-c59ea1a73de1" providerId="ADAL" clId="{8CB5F24F-FC82-4A31-9699-43B157CFD176}" dt="2025-02-03T14:09:37.925" v="637" actId="478"/>
            <ac:spMkLst>
              <pc:docMk/>
              <pc:sldMasterMk cId="147608954" sldId="2147483648"/>
              <pc:sldLayoutMk cId="3347343239" sldId="2147483707"/>
              <ac:spMk id="31" creationId="{3B020894-C431-4A96-49D2-F708E1C26667}"/>
            </ac:spMkLst>
          </pc:spChg>
          <pc:spChg chg="add del mod">
            <ac:chgData name="Suzanne Conder" userId="0d494b33-eb5e-4e6e-ac89-c59ea1a73de1" providerId="ADAL" clId="{8CB5F24F-FC82-4A31-9699-43B157CFD176}" dt="2025-02-03T14:09:33.305" v="626" actId="478"/>
            <ac:spMkLst>
              <pc:docMk/>
              <pc:sldMasterMk cId="147608954" sldId="2147483648"/>
              <pc:sldLayoutMk cId="3347343239" sldId="2147483707"/>
              <ac:spMk id="32" creationId="{9237FEEA-6D6A-43B0-D969-BD2103319026}"/>
            </ac:spMkLst>
          </pc:spChg>
          <pc:spChg chg="add del mod">
            <ac:chgData name="Suzanne Conder" userId="0d494b33-eb5e-4e6e-ac89-c59ea1a73de1" providerId="ADAL" clId="{8CB5F24F-FC82-4A31-9699-43B157CFD176}" dt="2025-02-03T14:09:31.999" v="622" actId="478"/>
            <ac:spMkLst>
              <pc:docMk/>
              <pc:sldMasterMk cId="147608954" sldId="2147483648"/>
              <pc:sldLayoutMk cId="3347343239" sldId="2147483707"/>
              <ac:spMk id="33" creationId="{1A702FDB-EDEE-7D43-C30E-995D3A69D10B}"/>
            </ac:spMkLst>
          </pc:spChg>
          <pc:spChg chg="add del mod">
            <ac:chgData name="Suzanne Conder" userId="0d494b33-eb5e-4e6e-ac89-c59ea1a73de1" providerId="ADAL" clId="{8CB5F24F-FC82-4A31-9699-43B157CFD176}" dt="2025-02-03T14:09:33.006" v="625" actId="478"/>
            <ac:spMkLst>
              <pc:docMk/>
              <pc:sldMasterMk cId="147608954" sldId="2147483648"/>
              <pc:sldLayoutMk cId="3347343239" sldId="2147483707"/>
              <ac:spMk id="34" creationId="{0D1D11F9-8F34-D196-7E1F-D4B0A8AC1BAB}"/>
            </ac:spMkLst>
          </pc:spChg>
          <pc:spChg chg="add del mod">
            <ac:chgData name="Suzanne Conder" userId="0d494b33-eb5e-4e6e-ac89-c59ea1a73de1" providerId="ADAL" clId="{8CB5F24F-FC82-4A31-9699-43B157CFD176}" dt="2025-02-03T14:09:32.691" v="624" actId="478"/>
            <ac:spMkLst>
              <pc:docMk/>
              <pc:sldMasterMk cId="147608954" sldId="2147483648"/>
              <pc:sldLayoutMk cId="3347343239" sldId="2147483707"/>
              <ac:spMk id="35" creationId="{ECB3351A-8297-92A9-E2EA-DD66C09E54FB}"/>
            </ac:spMkLst>
          </pc:spChg>
          <pc:spChg chg="add mod">
            <ac:chgData name="Suzanne Conder" userId="0d494b33-eb5e-4e6e-ac89-c59ea1a73de1" providerId="ADAL" clId="{8CB5F24F-FC82-4A31-9699-43B157CFD176}" dt="2025-02-03T14:08:34.019" v="604"/>
            <ac:spMkLst>
              <pc:docMk/>
              <pc:sldMasterMk cId="147608954" sldId="2147483648"/>
              <pc:sldLayoutMk cId="3347343239" sldId="2147483707"/>
              <ac:spMk id="36" creationId="{5F3776B2-947F-AECC-3171-1BE27D5CEE92}"/>
            </ac:spMkLst>
          </pc:spChg>
          <pc:spChg chg="add mod">
            <ac:chgData name="Suzanne Conder" userId="0d494b33-eb5e-4e6e-ac89-c59ea1a73de1" providerId="ADAL" clId="{8CB5F24F-FC82-4A31-9699-43B157CFD176}" dt="2025-02-03T14:08:34.019" v="604"/>
            <ac:spMkLst>
              <pc:docMk/>
              <pc:sldMasterMk cId="147608954" sldId="2147483648"/>
              <pc:sldLayoutMk cId="3347343239" sldId="2147483707"/>
              <ac:spMk id="37" creationId="{3C77C8A3-8492-FD92-5EA7-710517060500}"/>
            </ac:spMkLst>
          </pc:spChg>
          <pc:spChg chg="add mod">
            <ac:chgData name="Suzanne Conder" userId="0d494b33-eb5e-4e6e-ac89-c59ea1a73de1" providerId="ADAL" clId="{8CB5F24F-FC82-4A31-9699-43B157CFD176}" dt="2025-02-03T14:08:34.019" v="604"/>
            <ac:spMkLst>
              <pc:docMk/>
              <pc:sldMasterMk cId="147608954" sldId="2147483648"/>
              <pc:sldLayoutMk cId="3347343239" sldId="2147483707"/>
              <ac:spMk id="38" creationId="{EE50404C-9163-232E-A97C-DE441925583C}"/>
            </ac:spMkLst>
          </pc:spChg>
          <pc:spChg chg="add mod">
            <ac:chgData name="Suzanne Conder" userId="0d494b33-eb5e-4e6e-ac89-c59ea1a73de1" providerId="ADAL" clId="{8CB5F24F-FC82-4A31-9699-43B157CFD176}" dt="2025-02-03T14:08:34.019" v="604"/>
            <ac:spMkLst>
              <pc:docMk/>
              <pc:sldMasterMk cId="147608954" sldId="2147483648"/>
              <pc:sldLayoutMk cId="3347343239" sldId="2147483707"/>
              <ac:spMk id="39" creationId="{3D12048B-49B6-59B0-421D-1DFB06153121}"/>
            </ac:spMkLst>
          </pc:spChg>
          <pc:spChg chg="add del mod">
            <ac:chgData name="Suzanne Conder" userId="0d494b33-eb5e-4e6e-ac89-c59ea1a73de1" providerId="ADAL" clId="{8CB5F24F-FC82-4A31-9699-43B157CFD176}" dt="2025-02-03T14:09:31.575" v="621" actId="478"/>
            <ac:spMkLst>
              <pc:docMk/>
              <pc:sldMasterMk cId="147608954" sldId="2147483648"/>
              <pc:sldLayoutMk cId="3347343239" sldId="2147483707"/>
              <ac:spMk id="40" creationId="{EC60853C-4003-532B-C1DB-344F14C5CE3D}"/>
            </ac:spMkLst>
          </pc:spChg>
          <pc:spChg chg="add del mod">
            <ac:chgData name="Suzanne Conder" userId="0d494b33-eb5e-4e6e-ac89-c59ea1a73de1" providerId="ADAL" clId="{8CB5F24F-FC82-4A31-9699-43B157CFD176}" dt="2025-02-03T14:09:30.014" v="618" actId="478"/>
            <ac:spMkLst>
              <pc:docMk/>
              <pc:sldMasterMk cId="147608954" sldId="2147483648"/>
              <pc:sldLayoutMk cId="3347343239" sldId="2147483707"/>
              <ac:spMk id="41" creationId="{95B8A3EB-C8C8-0C67-D3B2-F9C59C554430}"/>
            </ac:spMkLst>
          </pc:spChg>
          <pc:spChg chg="add del mod">
            <ac:chgData name="Suzanne Conder" userId="0d494b33-eb5e-4e6e-ac89-c59ea1a73de1" providerId="ADAL" clId="{8CB5F24F-FC82-4A31-9699-43B157CFD176}" dt="2025-02-03T14:09:31.307" v="620" actId="478"/>
            <ac:spMkLst>
              <pc:docMk/>
              <pc:sldMasterMk cId="147608954" sldId="2147483648"/>
              <pc:sldLayoutMk cId="3347343239" sldId="2147483707"/>
              <ac:spMk id="42" creationId="{77115D1C-D770-4378-3726-38317EE1A130}"/>
            </ac:spMkLst>
          </pc:spChg>
          <pc:spChg chg="add del mod">
            <ac:chgData name="Suzanne Conder" userId="0d494b33-eb5e-4e6e-ac89-c59ea1a73de1" providerId="ADAL" clId="{8CB5F24F-FC82-4A31-9699-43B157CFD176}" dt="2025-02-03T14:09:31.008" v="619" actId="478"/>
            <ac:spMkLst>
              <pc:docMk/>
              <pc:sldMasterMk cId="147608954" sldId="2147483648"/>
              <pc:sldLayoutMk cId="3347343239" sldId="2147483707"/>
              <ac:spMk id="43" creationId="{1388389C-FD5A-F111-4430-831F009D8B1E}"/>
            </ac:spMkLst>
          </pc:spChg>
          <pc:spChg chg="add del mod">
            <ac:chgData name="Suzanne Conder" userId="0d494b33-eb5e-4e6e-ac89-c59ea1a73de1" providerId="ADAL" clId="{8CB5F24F-FC82-4A31-9699-43B157CFD176}" dt="2025-02-03T14:09:34.342" v="628" actId="478"/>
            <ac:spMkLst>
              <pc:docMk/>
              <pc:sldMasterMk cId="147608954" sldId="2147483648"/>
              <pc:sldLayoutMk cId="3347343239" sldId="2147483707"/>
              <ac:spMk id="44" creationId="{84681FE4-4CB9-691E-04DA-82E94AC96142}"/>
            </ac:spMkLst>
          </pc:spChg>
          <pc:spChg chg="add del mod">
            <ac:chgData name="Suzanne Conder" userId="0d494b33-eb5e-4e6e-ac89-c59ea1a73de1" providerId="ADAL" clId="{8CB5F24F-FC82-4A31-9699-43B157CFD176}" dt="2025-02-03T14:09:34.554" v="629" actId="478"/>
            <ac:spMkLst>
              <pc:docMk/>
              <pc:sldMasterMk cId="147608954" sldId="2147483648"/>
              <pc:sldLayoutMk cId="3347343239" sldId="2147483707"/>
              <ac:spMk id="45" creationId="{8E633A6D-1993-0DB5-9612-1CA312EB259F}"/>
            </ac:spMkLst>
          </pc:spChg>
          <pc:spChg chg="add del mod">
            <ac:chgData name="Suzanne Conder" userId="0d494b33-eb5e-4e6e-ac89-c59ea1a73de1" providerId="ADAL" clId="{8CB5F24F-FC82-4A31-9699-43B157CFD176}" dt="2025-02-03T14:09:33.965" v="627" actId="478"/>
            <ac:spMkLst>
              <pc:docMk/>
              <pc:sldMasterMk cId="147608954" sldId="2147483648"/>
              <pc:sldLayoutMk cId="3347343239" sldId="2147483707"/>
              <ac:spMk id="46" creationId="{1149C93F-EA9F-62A0-2DC4-9170B6C59199}"/>
            </ac:spMkLst>
          </pc:spChg>
          <pc:spChg chg="add del mod">
            <ac:chgData name="Suzanne Conder" userId="0d494b33-eb5e-4e6e-ac89-c59ea1a73de1" providerId="ADAL" clId="{8CB5F24F-FC82-4A31-9699-43B157CFD176}" dt="2025-02-03T14:09:32.281" v="623" actId="478"/>
            <ac:spMkLst>
              <pc:docMk/>
              <pc:sldMasterMk cId="147608954" sldId="2147483648"/>
              <pc:sldLayoutMk cId="3347343239" sldId="2147483707"/>
              <ac:spMk id="47" creationId="{E91328BE-9897-1DA1-7F45-7F6A7050B201}"/>
            </ac:spMkLst>
          </pc:spChg>
          <pc:spChg chg="add del mod">
            <ac:chgData name="Suzanne Conder" userId="0d494b33-eb5e-4e6e-ac89-c59ea1a73de1" providerId="ADAL" clId="{8CB5F24F-FC82-4A31-9699-43B157CFD176}" dt="2025-02-03T14:09:25.399" v="617" actId="478"/>
            <ac:spMkLst>
              <pc:docMk/>
              <pc:sldMasterMk cId="147608954" sldId="2147483648"/>
              <pc:sldLayoutMk cId="3347343239" sldId="2147483707"/>
              <ac:spMk id="48" creationId="{D2121BC2-11B8-4499-8A24-13F0660998CC}"/>
            </ac:spMkLst>
          </pc:spChg>
          <pc:spChg chg="add mod">
            <ac:chgData name="Suzanne Conder" userId="0d494b33-eb5e-4e6e-ac89-c59ea1a73de1" providerId="ADAL" clId="{8CB5F24F-FC82-4A31-9699-43B157CFD176}" dt="2025-02-03T14:19:23.291" v="870" actId="207"/>
            <ac:spMkLst>
              <pc:docMk/>
              <pc:sldMasterMk cId="147608954" sldId="2147483648"/>
              <pc:sldLayoutMk cId="3347343239" sldId="2147483707"/>
              <ac:spMk id="49" creationId="{45D5080B-53D8-24A6-15F5-D78C33AED0D3}"/>
            </ac:spMkLst>
          </pc:spChg>
          <pc:spChg chg="add mod">
            <ac:chgData name="Suzanne Conder" userId="0d494b33-eb5e-4e6e-ac89-c59ea1a73de1" providerId="ADAL" clId="{8CB5F24F-FC82-4A31-9699-43B157CFD176}" dt="2025-02-03T14:19:23.291" v="870" actId="207"/>
            <ac:spMkLst>
              <pc:docMk/>
              <pc:sldMasterMk cId="147608954" sldId="2147483648"/>
              <pc:sldLayoutMk cId="3347343239" sldId="2147483707"/>
              <ac:spMk id="50" creationId="{0738165B-5E73-9B71-F2B5-E4C46EB970E9}"/>
            </ac:spMkLst>
          </pc:spChg>
          <pc:spChg chg="add mod">
            <ac:chgData name="Suzanne Conder" userId="0d494b33-eb5e-4e6e-ac89-c59ea1a73de1" providerId="ADAL" clId="{8CB5F24F-FC82-4A31-9699-43B157CFD176}" dt="2025-02-03T14:19:23.291" v="870" actId="207"/>
            <ac:spMkLst>
              <pc:docMk/>
              <pc:sldMasterMk cId="147608954" sldId="2147483648"/>
              <pc:sldLayoutMk cId="3347343239" sldId="2147483707"/>
              <ac:spMk id="51" creationId="{7BE0E532-9239-1546-E199-F7C373022DE8}"/>
            </ac:spMkLst>
          </pc:spChg>
          <pc:spChg chg="add mod">
            <ac:chgData name="Suzanne Conder" userId="0d494b33-eb5e-4e6e-ac89-c59ea1a73de1" providerId="ADAL" clId="{8CB5F24F-FC82-4A31-9699-43B157CFD176}" dt="2025-02-03T14:11:33.473" v="695" actId="1076"/>
            <ac:spMkLst>
              <pc:docMk/>
              <pc:sldMasterMk cId="147608954" sldId="2147483648"/>
              <pc:sldLayoutMk cId="3347343239" sldId="2147483707"/>
              <ac:spMk id="53" creationId="{E455C12E-7CA8-3541-2875-F41BF06E281D}"/>
            </ac:spMkLst>
          </pc:spChg>
          <pc:spChg chg="add mod">
            <ac:chgData name="Suzanne Conder" userId="0d494b33-eb5e-4e6e-ac89-c59ea1a73de1" providerId="ADAL" clId="{8CB5F24F-FC82-4A31-9699-43B157CFD176}" dt="2025-02-03T14:11:33.473" v="695" actId="1076"/>
            <ac:spMkLst>
              <pc:docMk/>
              <pc:sldMasterMk cId="147608954" sldId="2147483648"/>
              <pc:sldLayoutMk cId="3347343239" sldId="2147483707"/>
              <ac:spMk id="54" creationId="{43C950B4-5234-8766-2272-F9E948F3EEC2}"/>
            </ac:spMkLst>
          </pc:spChg>
          <pc:spChg chg="add mod">
            <ac:chgData name="Suzanne Conder" userId="0d494b33-eb5e-4e6e-ac89-c59ea1a73de1" providerId="ADAL" clId="{8CB5F24F-FC82-4A31-9699-43B157CFD176}" dt="2025-02-03T14:19:23.291" v="870" actId="207"/>
            <ac:spMkLst>
              <pc:docMk/>
              <pc:sldMasterMk cId="147608954" sldId="2147483648"/>
              <pc:sldLayoutMk cId="3347343239" sldId="2147483707"/>
              <ac:spMk id="55" creationId="{2B9C34A8-F78C-3045-4DCB-1E9C0DC6ECEF}"/>
            </ac:spMkLst>
          </pc:spChg>
          <pc:picChg chg="add mod">
            <ac:chgData name="Suzanne Conder" userId="0d494b33-eb5e-4e6e-ac89-c59ea1a73de1" providerId="ADAL" clId="{8CB5F24F-FC82-4A31-9699-43B157CFD176}" dt="2025-02-03T14:11:28.546" v="694" actId="1076"/>
            <ac:picMkLst>
              <pc:docMk/>
              <pc:sldMasterMk cId="147608954" sldId="2147483648"/>
              <pc:sldLayoutMk cId="3347343239" sldId="2147483707"/>
              <ac:picMk id="52" creationId="{19FF2106-3A1C-346D-B419-0777961D25BC}"/>
            </ac:picMkLst>
          </pc:picChg>
        </pc:sldLayoutChg>
        <pc:sldLayoutChg chg="addSp delSp modSp mod">
          <pc:chgData name="Suzanne Conder" userId="0d494b33-eb5e-4e6e-ac89-c59ea1a73de1" providerId="ADAL" clId="{8CB5F24F-FC82-4A31-9699-43B157CFD176}" dt="2025-02-03T14:13:01.783" v="744" actId="14100"/>
          <pc:sldLayoutMkLst>
            <pc:docMk/>
            <pc:sldMasterMk cId="147608954" sldId="2147483648"/>
            <pc:sldLayoutMk cId="1309089279" sldId="2147483708"/>
          </pc:sldLayoutMkLst>
          <pc:spChg chg="add mod">
            <ac:chgData name="Suzanne Conder" userId="0d494b33-eb5e-4e6e-ac89-c59ea1a73de1" providerId="ADAL" clId="{8CB5F24F-FC82-4A31-9699-43B157CFD176}" dt="2025-02-03T14:13:01.783" v="744" actId="14100"/>
            <ac:spMkLst>
              <pc:docMk/>
              <pc:sldMasterMk cId="147608954" sldId="2147483648"/>
              <pc:sldLayoutMk cId="1309089279" sldId="2147483708"/>
              <ac:spMk id="2" creationId="{EC4843CF-0DBD-7113-0D11-DEEB1F7C8ED6}"/>
            </ac:spMkLst>
          </pc:spChg>
          <pc:spChg chg="add del">
            <ac:chgData name="Suzanne Conder" userId="0d494b33-eb5e-4e6e-ac89-c59ea1a73de1" providerId="ADAL" clId="{8CB5F24F-FC82-4A31-9699-43B157CFD176}" dt="2025-02-03T14:12:36.278" v="711" actId="11529"/>
            <ac:spMkLst>
              <pc:docMk/>
              <pc:sldMasterMk cId="147608954" sldId="2147483648"/>
              <pc:sldLayoutMk cId="1309089279" sldId="2147483708"/>
              <ac:spMk id="3" creationId="{F11865AB-484A-C59B-402F-4D73FBEA7740}"/>
            </ac:spMkLst>
          </pc:spChg>
          <pc:spChg chg="add mod">
            <ac:chgData name="Suzanne Conder" userId="0d494b33-eb5e-4e6e-ac89-c59ea1a73de1" providerId="ADAL" clId="{8CB5F24F-FC82-4A31-9699-43B157CFD176}" dt="2025-02-03T14:12:58.517" v="743" actId="1076"/>
            <ac:spMkLst>
              <pc:docMk/>
              <pc:sldMasterMk cId="147608954" sldId="2147483648"/>
              <pc:sldLayoutMk cId="1309089279" sldId="2147483708"/>
              <ac:spMk id="4" creationId="{43486A74-17A0-5567-93AE-6AABDFBBAFB7}"/>
            </ac:spMkLst>
          </pc:spChg>
          <pc:spChg chg="del">
            <ac:chgData name="Suzanne Conder" userId="0d494b33-eb5e-4e6e-ac89-c59ea1a73de1" providerId="ADAL" clId="{8CB5F24F-FC82-4A31-9699-43B157CFD176}" dt="2025-02-03T14:11:56.227" v="701" actId="478"/>
            <ac:spMkLst>
              <pc:docMk/>
              <pc:sldMasterMk cId="147608954" sldId="2147483648"/>
              <pc:sldLayoutMk cId="1309089279" sldId="2147483708"/>
              <ac:spMk id="49" creationId="{45D5080B-53D8-24A6-15F5-D78C33AED0D3}"/>
            </ac:spMkLst>
          </pc:spChg>
          <pc:spChg chg="del">
            <ac:chgData name="Suzanne Conder" userId="0d494b33-eb5e-4e6e-ac89-c59ea1a73de1" providerId="ADAL" clId="{8CB5F24F-FC82-4A31-9699-43B157CFD176}" dt="2025-02-03T14:11:55.129" v="698" actId="478"/>
            <ac:spMkLst>
              <pc:docMk/>
              <pc:sldMasterMk cId="147608954" sldId="2147483648"/>
              <pc:sldLayoutMk cId="1309089279" sldId="2147483708"/>
              <ac:spMk id="50" creationId="{0738165B-5E73-9B71-F2B5-E4C46EB970E9}"/>
            </ac:spMkLst>
          </pc:spChg>
          <pc:spChg chg="del">
            <ac:chgData name="Suzanne Conder" userId="0d494b33-eb5e-4e6e-ac89-c59ea1a73de1" providerId="ADAL" clId="{8CB5F24F-FC82-4A31-9699-43B157CFD176}" dt="2025-02-03T14:11:55.929" v="700" actId="478"/>
            <ac:spMkLst>
              <pc:docMk/>
              <pc:sldMasterMk cId="147608954" sldId="2147483648"/>
              <pc:sldLayoutMk cId="1309089279" sldId="2147483708"/>
              <ac:spMk id="51" creationId="{7BE0E532-9239-1546-E199-F7C373022DE8}"/>
            </ac:spMkLst>
          </pc:spChg>
          <pc:spChg chg="mod">
            <ac:chgData name="Suzanne Conder" userId="0d494b33-eb5e-4e6e-ac89-c59ea1a73de1" providerId="ADAL" clId="{8CB5F24F-FC82-4A31-9699-43B157CFD176}" dt="2025-02-03T14:12:12.678" v="707" actId="1076"/>
            <ac:spMkLst>
              <pc:docMk/>
              <pc:sldMasterMk cId="147608954" sldId="2147483648"/>
              <pc:sldLayoutMk cId="1309089279" sldId="2147483708"/>
              <ac:spMk id="53" creationId="{E455C12E-7CA8-3541-2875-F41BF06E281D}"/>
            </ac:spMkLst>
          </pc:spChg>
          <pc:spChg chg="mod">
            <ac:chgData name="Suzanne Conder" userId="0d494b33-eb5e-4e6e-ac89-c59ea1a73de1" providerId="ADAL" clId="{8CB5F24F-FC82-4A31-9699-43B157CFD176}" dt="2025-02-03T14:12:12.678" v="707" actId="1076"/>
            <ac:spMkLst>
              <pc:docMk/>
              <pc:sldMasterMk cId="147608954" sldId="2147483648"/>
              <pc:sldLayoutMk cId="1309089279" sldId="2147483708"/>
              <ac:spMk id="54" creationId="{43C950B4-5234-8766-2272-F9E948F3EEC2}"/>
            </ac:spMkLst>
          </pc:spChg>
          <pc:spChg chg="del">
            <ac:chgData name="Suzanne Conder" userId="0d494b33-eb5e-4e6e-ac89-c59ea1a73de1" providerId="ADAL" clId="{8CB5F24F-FC82-4A31-9699-43B157CFD176}" dt="2025-02-03T14:11:55.615" v="699" actId="478"/>
            <ac:spMkLst>
              <pc:docMk/>
              <pc:sldMasterMk cId="147608954" sldId="2147483648"/>
              <pc:sldLayoutMk cId="1309089279" sldId="2147483708"/>
              <ac:spMk id="55" creationId="{2B9C34A8-F78C-3045-4DCB-1E9C0DC6ECEF}"/>
            </ac:spMkLst>
          </pc:spChg>
        </pc:sldLayoutChg>
        <pc:sldLayoutChg chg="addSp delSp modSp mod">
          <pc:chgData name="Suzanne Conder" userId="0d494b33-eb5e-4e6e-ac89-c59ea1a73de1" providerId="ADAL" clId="{8CB5F24F-FC82-4A31-9699-43B157CFD176}" dt="2025-02-03T14:15:45.948" v="824"/>
          <pc:sldLayoutMkLst>
            <pc:docMk/>
            <pc:sldMasterMk cId="147608954" sldId="2147483648"/>
            <pc:sldLayoutMk cId="1387363788" sldId="2147483709"/>
          </pc:sldLayoutMkLst>
          <pc:spChg chg="del">
            <ac:chgData name="Suzanne Conder" userId="0d494b33-eb5e-4e6e-ac89-c59ea1a73de1" providerId="ADAL" clId="{8CB5F24F-FC82-4A31-9699-43B157CFD176}" dt="2025-02-03T14:13:40.230" v="746" actId="478"/>
            <ac:spMkLst>
              <pc:docMk/>
              <pc:sldMasterMk cId="147608954" sldId="2147483648"/>
              <pc:sldLayoutMk cId="1387363788" sldId="2147483709"/>
              <ac:spMk id="2" creationId="{EC4843CF-0DBD-7113-0D11-DEEB1F7C8ED6}"/>
            </ac:spMkLst>
          </pc:spChg>
          <pc:spChg chg="add del">
            <ac:chgData name="Suzanne Conder" userId="0d494b33-eb5e-4e6e-ac89-c59ea1a73de1" providerId="ADAL" clId="{8CB5F24F-FC82-4A31-9699-43B157CFD176}" dt="2025-02-03T14:14:02.646" v="754" actId="11529"/>
            <ac:spMkLst>
              <pc:docMk/>
              <pc:sldMasterMk cId="147608954" sldId="2147483648"/>
              <pc:sldLayoutMk cId="1387363788" sldId="2147483709"/>
              <ac:spMk id="3" creationId="{3C605389-E66D-52DE-114B-4C2CC649BC3F}"/>
            </ac:spMkLst>
          </pc:spChg>
          <pc:spChg chg="del">
            <ac:chgData name="Suzanne Conder" userId="0d494b33-eb5e-4e6e-ac89-c59ea1a73de1" providerId="ADAL" clId="{8CB5F24F-FC82-4A31-9699-43B157CFD176}" dt="2025-02-03T14:13:40.921" v="747" actId="478"/>
            <ac:spMkLst>
              <pc:docMk/>
              <pc:sldMasterMk cId="147608954" sldId="2147483648"/>
              <pc:sldLayoutMk cId="1387363788" sldId="2147483709"/>
              <ac:spMk id="4" creationId="{43486A74-17A0-5567-93AE-6AABDFBBAFB7}"/>
            </ac:spMkLst>
          </pc:spChg>
          <pc:spChg chg="add del mod">
            <ac:chgData name="Suzanne Conder" userId="0d494b33-eb5e-4e6e-ac89-c59ea1a73de1" providerId="ADAL" clId="{8CB5F24F-FC82-4A31-9699-43B157CFD176}" dt="2025-02-03T14:15:45.345" v="823" actId="478"/>
            <ac:spMkLst>
              <pc:docMk/>
              <pc:sldMasterMk cId="147608954" sldId="2147483648"/>
              <pc:sldLayoutMk cId="1387363788" sldId="2147483709"/>
              <ac:spMk id="5" creationId="{2B459493-2310-BF4D-5E61-DCE1E7296375}"/>
            </ac:spMkLst>
          </pc:spChg>
          <pc:spChg chg="add mod">
            <ac:chgData name="Suzanne Conder" userId="0d494b33-eb5e-4e6e-ac89-c59ea1a73de1" providerId="ADAL" clId="{8CB5F24F-FC82-4A31-9699-43B157CFD176}" dt="2025-02-03T14:14:40.535" v="811" actId="1076"/>
            <ac:spMkLst>
              <pc:docMk/>
              <pc:sldMasterMk cId="147608954" sldId="2147483648"/>
              <pc:sldLayoutMk cId="1387363788" sldId="2147483709"/>
              <ac:spMk id="6" creationId="{ABEFBE2A-7C02-0F0E-5DE6-B7DF1CBEBF1F}"/>
            </ac:spMkLst>
          </pc:spChg>
          <pc:spChg chg="add mod">
            <ac:chgData name="Suzanne Conder" userId="0d494b33-eb5e-4e6e-ac89-c59ea1a73de1" providerId="ADAL" clId="{8CB5F24F-FC82-4A31-9699-43B157CFD176}" dt="2025-02-03T14:15:45.948" v="824"/>
            <ac:spMkLst>
              <pc:docMk/>
              <pc:sldMasterMk cId="147608954" sldId="2147483648"/>
              <pc:sldLayoutMk cId="1387363788" sldId="2147483709"/>
              <ac:spMk id="7" creationId="{CD1B7286-C261-0C09-53A9-B8EE1BD64994}"/>
            </ac:spMkLst>
          </pc:spChg>
          <pc:spChg chg="mod">
            <ac:chgData name="Suzanne Conder" userId="0d494b33-eb5e-4e6e-ac89-c59ea1a73de1" providerId="ADAL" clId="{8CB5F24F-FC82-4A31-9699-43B157CFD176}" dt="2025-02-03T14:14:48.777" v="813" actId="1076"/>
            <ac:spMkLst>
              <pc:docMk/>
              <pc:sldMasterMk cId="147608954" sldId="2147483648"/>
              <pc:sldLayoutMk cId="1387363788" sldId="2147483709"/>
              <ac:spMk id="53" creationId="{E455C12E-7CA8-3541-2875-F41BF06E281D}"/>
            </ac:spMkLst>
          </pc:spChg>
          <pc:spChg chg="mod">
            <ac:chgData name="Suzanne Conder" userId="0d494b33-eb5e-4e6e-ac89-c59ea1a73de1" providerId="ADAL" clId="{8CB5F24F-FC82-4A31-9699-43B157CFD176}" dt="2025-02-03T14:14:54.191" v="815" actId="14100"/>
            <ac:spMkLst>
              <pc:docMk/>
              <pc:sldMasterMk cId="147608954" sldId="2147483648"/>
              <pc:sldLayoutMk cId="1387363788" sldId="2147483709"/>
              <ac:spMk id="54" creationId="{43C950B4-5234-8766-2272-F9E948F3EEC2}"/>
            </ac:spMkLst>
          </pc:spChg>
        </pc:sldLayoutChg>
        <pc:sldLayoutChg chg="modSp setBg">
          <pc:chgData name="Suzanne Conder" userId="0d494b33-eb5e-4e6e-ac89-c59ea1a73de1" providerId="ADAL" clId="{8CB5F24F-FC82-4A31-9699-43B157CFD176}" dt="2025-02-03T14:15:37.449" v="822" actId="207"/>
          <pc:sldLayoutMkLst>
            <pc:docMk/>
            <pc:sldMasterMk cId="147608954" sldId="2147483648"/>
            <pc:sldLayoutMk cId="1252267925" sldId="2147483710"/>
          </pc:sldLayoutMkLst>
          <pc:spChg chg="mod">
            <ac:chgData name="Suzanne Conder" userId="0d494b33-eb5e-4e6e-ac89-c59ea1a73de1" providerId="ADAL" clId="{8CB5F24F-FC82-4A31-9699-43B157CFD176}" dt="2025-02-03T14:15:37.449" v="822" actId="207"/>
            <ac:spMkLst>
              <pc:docMk/>
              <pc:sldMasterMk cId="147608954" sldId="2147483648"/>
              <pc:sldLayoutMk cId="1252267925" sldId="2147483710"/>
              <ac:spMk id="5" creationId="{2B459493-2310-BF4D-5E61-DCE1E7296375}"/>
            </ac:spMkLst>
          </pc:spChg>
        </pc:sldLayoutChg>
        <pc:sldLayoutChg chg="modSp ord">
          <pc:chgData name="Suzanne Conder" userId="0d494b33-eb5e-4e6e-ac89-c59ea1a73de1" providerId="ADAL" clId="{8CB5F24F-FC82-4A31-9699-43B157CFD176}" dt="2025-02-03T14:17:08.722" v="834" actId="20577"/>
          <pc:sldLayoutMkLst>
            <pc:docMk/>
            <pc:sldMasterMk cId="147608954" sldId="2147483648"/>
            <pc:sldLayoutMk cId="1770741059" sldId="2147483711"/>
          </pc:sldLayoutMkLst>
          <pc:spChg chg="mod">
            <ac:chgData name="Suzanne Conder" userId="0d494b33-eb5e-4e6e-ac89-c59ea1a73de1" providerId="ADAL" clId="{8CB5F24F-FC82-4A31-9699-43B157CFD176}" dt="2025-02-03T14:17:08.722" v="834" actId="20577"/>
            <ac:spMkLst>
              <pc:docMk/>
              <pc:sldMasterMk cId="147608954" sldId="2147483648"/>
              <pc:sldLayoutMk cId="1770741059" sldId="2147483711"/>
              <ac:spMk id="2" creationId="{563F7E25-55C2-BD4C-2B26-3772F00CA634}"/>
            </ac:spMkLst>
          </pc:spChg>
        </pc:sldLayoutChg>
        <pc:sldLayoutChg chg="addSp delSp modSp mod setBg">
          <pc:chgData name="Suzanne Conder" userId="0d494b33-eb5e-4e6e-ac89-c59ea1a73de1" providerId="ADAL" clId="{8CB5F24F-FC82-4A31-9699-43B157CFD176}" dt="2025-02-03T14:23:00.153" v="939" actId="14100"/>
          <pc:sldLayoutMkLst>
            <pc:docMk/>
            <pc:sldMasterMk cId="147608954" sldId="2147483648"/>
            <pc:sldLayoutMk cId="3089488148" sldId="2147483711"/>
          </pc:sldLayoutMkLst>
          <pc:spChg chg="add del mod">
            <ac:chgData name="Suzanne Conder" userId="0d494b33-eb5e-4e6e-ac89-c59ea1a73de1" providerId="ADAL" clId="{8CB5F24F-FC82-4A31-9699-43B157CFD176}" dt="2025-02-03T14:20:51.688" v="898" actId="478"/>
            <ac:spMkLst>
              <pc:docMk/>
              <pc:sldMasterMk cId="147608954" sldId="2147483648"/>
              <pc:sldLayoutMk cId="3089488148" sldId="2147483711"/>
              <ac:spMk id="2" creationId="{D5E5D783-0F10-E456-910B-2D5B6CEC4ED1}"/>
            </ac:spMkLst>
          </pc:spChg>
          <pc:spChg chg="add del">
            <ac:chgData name="Suzanne Conder" userId="0d494b33-eb5e-4e6e-ac89-c59ea1a73de1" providerId="ADAL" clId="{8CB5F24F-FC82-4A31-9699-43B157CFD176}" dt="2025-02-03T14:20:29.945" v="885" actId="11529"/>
            <ac:spMkLst>
              <pc:docMk/>
              <pc:sldMasterMk cId="147608954" sldId="2147483648"/>
              <pc:sldLayoutMk cId="3089488148" sldId="2147483711"/>
              <ac:spMk id="3" creationId="{A6650C21-3220-5BC9-FCA4-440A2511B612}"/>
            </ac:spMkLst>
          </pc:spChg>
          <pc:spChg chg="add mod">
            <ac:chgData name="Suzanne Conder" userId="0d494b33-eb5e-4e6e-ac89-c59ea1a73de1" providerId="ADAL" clId="{8CB5F24F-FC82-4A31-9699-43B157CFD176}" dt="2025-02-03T14:21:05.468" v="904" actId="14100"/>
            <ac:spMkLst>
              <pc:docMk/>
              <pc:sldMasterMk cId="147608954" sldId="2147483648"/>
              <pc:sldLayoutMk cId="3089488148" sldId="2147483711"/>
              <ac:spMk id="4" creationId="{19FD2C5B-AB6F-A922-50B6-22BE7EF083D4}"/>
            </ac:spMkLst>
          </pc:spChg>
          <pc:spChg chg="add mod">
            <ac:chgData name="Suzanne Conder" userId="0d494b33-eb5e-4e6e-ac89-c59ea1a73de1" providerId="ADAL" clId="{8CB5F24F-FC82-4A31-9699-43B157CFD176}" dt="2025-02-03T14:23:00.153" v="939" actId="14100"/>
            <ac:spMkLst>
              <pc:docMk/>
              <pc:sldMasterMk cId="147608954" sldId="2147483648"/>
              <pc:sldLayoutMk cId="3089488148" sldId="2147483711"/>
              <ac:spMk id="5" creationId="{6B318232-F141-5617-A792-520A12316934}"/>
            </ac:spMkLst>
          </pc:spChg>
          <pc:spChg chg="del mod ord">
            <ac:chgData name="Suzanne Conder" userId="0d494b33-eb5e-4e6e-ac89-c59ea1a73de1" providerId="ADAL" clId="{8CB5F24F-FC82-4A31-9699-43B157CFD176}" dt="2025-02-03T14:20:05.025" v="880" actId="478"/>
            <ac:spMkLst>
              <pc:docMk/>
              <pc:sldMasterMk cId="147608954" sldId="2147483648"/>
              <pc:sldLayoutMk cId="3089488148" sldId="2147483711"/>
              <ac:spMk id="53" creationId="{E455C12E-7CA8-3541-2875-F41BF06E281D}"/>
            </ac:spMkLst>
          </pc:spChg>
          <pc:spChg chg="del mod">
            <ac:chgData name="Suzanne Conder" userId="0d494b33-eb5e-4e6e-ac89-c59ea1a73de1" providerId="ADAL" clId="{8CB5F24F-FC82-4A31-9699-43B157CFD176}" dt="2025-02-03T14:21:14.940" v="905" actId="478"/>
            <ac:spMkLst>
              <pc:docMk/>
              <pc:sldMasterMk cId="147608954" sldId="2147483648"/>
              <pc:sldLayoutMk cId="3089488148" sldId="2147483711"/>
              <ac:spMk id="54" creationId="{43C950B4-5234-8766-2272-F9E948F3EEC2}"/>
            </ac:spMkLst>
          </pc:spChg>
        </pc:sldLayoutChg>
        <pc:sldLayoutChg chg="addSp modSp mod">
          <pc:chgData name="Suzanne Conder" userId="0d494b33-eb5e-4e6e-ac89-c59ea1a73de1" providerId="ADAL" clId="{8CB5F24F-FC82-4A31-9699-43B157CFD176}" dt="2025-02-03T14:18:53.712" v="869" actId="1076"/>
          <pc:sldLayoutMkLst>
            <pc:docMk/>
            <pc:sldMasterMk cId="147608954" sldId="2147483648"/>
            <pc:sldLayoutMk cId="4178050387" sldId="2147483712"/>
          </pc:sldLayoutMkLst>
          <pc:spChg chg="mod">
            <ac:chgData name="Suzanne Conder" userId="0d494b33-eb5e-4e6e-ac89-c59ea1a73de1" providerId="ADAL" clId="{8CB5F24F-FC82-4A31-9699-43B157CFD176}" dt="2025-02-03T14:17:19.796" v="843" actId="20577"/>
            <ac:spMkLst>
              <pc:docMk/>
              <pc:sldMasterMk cId="147608954" sldId="2147483648"/>
              <pc:sldLayoutMk cId="4178050387" sldId="2147483712"/>
              <ac:spMk id="9" creationId="{FD6F2FA4-1CE1-82FA-AD16-4A615523D3C1}"/>
            </ac:spMkLst>
          </pc:spChg>
          <pc:spChg chg="add mod">
            <ac:chgData name="Suzanne Conder" userId="0d494b33-eb5e-4e6e-ac89-c59ea1a73de1" providerId="ADAL" clId="{8CB5F24F-FC82-4A31-9699-43B157CFD176}" dt="2025-02-03T14:18:53.712" v="869" actId="1076"/>
            <ac:spMkLst>
              <pc:docMk/>
              <pc:sldMasterMk cId="147608954" sldId="2147483648"/>
              <pc:sldLayoutMk cId="4178050387" sldId="2147483712"/>
              <ac:spMk id="13" creationId="{93F19148-AE82-3C27-78B5-7A395E345015}"/>
            </ac:spMkLst>
          </pc:spChg>
          <pc:spChg chg="add mod">
            <ac:chgData name="Suzanne Conder" userId="0d494b33-eb5e-4e6e-ac89-c59ea1a73de1" providerId="ADAL" clId="{8CB5F24F-FC82-4A31-9699-43B157CFD176}" dt="2025-02-03T14:18:53.712" v="869" actId="1076"/>
            <ac:spMkLst>
              <pc:docMk/>
              <pc:sldMasterMk cId="147608954" sldId="2147483648"/>
              <pc:sldLayoutMk cId="4178050387" sldId="2147483712"/>
              <ac:spMk id="14" creationId="{33104C91-3E2C-E3A6-825C-4CDD9351933C}"/>
            </ac:spMkLst>
          </pc:spChg>
          <pc:picChg chg="mod modCrop">
            <ac:chgData name="Suzanne Conder" userId="0d494b33-eb5e-4e6e-ac89-c59ea1a73de1" providerId="ADAL" clId="{8CB5F24F-FC82-4A31-9699-43B157CFD176}" dt="2025-02-03T14:18:29.775" v="862" actId="18131"/>
            <ac:picMkLst>
              <pc:docMk/>
              <pc:sldMasterMk cId="147608954" sldId="2147483648"/>
              <pc:sldLayoutMk cId="4178050387" sldId="2147483712"/>
              <ac:picMk id="7" creationId="{A96D6941-0CCA-F44A-A599-33F08DE3FA5D}"/>
            </ac:picMkLst>
          </pc:picChg>
        </pc:sldLayoutChg>
      </pc:sldMasterChg>
      <pc:sldMasterChg chg="del">
        <pc:chgData name="Suzanne Conder" userId="0d494b33-eb5e-4e6e-ac89-c59ea1a73de1" providerId="ADAL" clId="{8CB5F24F-FC82-4A31-9699-43B157CFD176}" dt="2025-02-03T12:51:57.406" v="215" actId="2696"/>
        <pc:sldMasterMkLst>
          <pc:docMk/>
          <pc:sldMasterMk cId="1835944256" sldId="2147483696"/>
        </pc:sldMasterMkLst>
      </pc:sldMasterChg>
      <pc:sldMasterChg chg="new del mod addSldLayout">
        <pc:chgData name="Suzanne Conder" userId="0d494b33-eb5e-4e6e-ac89-c59ea1a73de1" providerId="ADAL" clId="{8CB5F24F-FC82-4A31-9699-43B157CFD176}" dt="2025-02-03T12:52:04.893" v="217" actId="2696"/>
        <pc:sldMasterMkLst>
          <pc:docMk/>
          <pc:sldMasterMk cId="3262648864" sldId="2147483696"/>
        </pc:sldMasterMkLst>
        <pc:sldLayoutChg chg="new replId">
          <pc:chgData name="Suzanne Conder" userId="0d494b33-eb5e-4e6e-ac89-c59ea1a73de1" providerId="ADAL" clId="{8CB5F24F-FC82-4A31-9699-43B157CFD176}" dt="2025-02-03T12:52:01.785" v="216" actId="6938"/>
          <pc:sldLayoutMkLst>
            <pc:docMk/>
            <pc:sldMasterMk cId="3262648864" sldId="2147483696"/>
            <pc:sldLayoutMk cId="330226109" sldId="2147483697"/>
          </pc:sldLayoutMkLst>
        </pc:sldLayoutChg>
        <pc:sldLayoutChg chg="new replId">
          <pc:chgData name="Suzanne Conder" userId="0d494b33-eb5e-4e6e-ac89-c59ea1a73de1" providerId="ADAL" clId="{8CB5F24F-FC82-4A31-9699-43B157CFD176}" dt="2025-02-03T12:52:01.785" v="216" actId="6938"/>
          <pc:sldLayoutMkLst>
            <pc:docMk/>
            <pc:sldMasterMk cId="3262648864" sldId="2147483696"/>
            <pc:sldLayoutMk cId="2029434006" sldId="2147483698"/>
          </pc:sldLayoutMkLst>
        </pc:sldLayoutChg>
        <pc:sldLayoutChg chg="new replId">
          <pc:chgData name="Suzanne Conder" userId="0d494b33-eb5e-4e6e-ac89-c59ea1a73de1" providerId="ADAL" clId="{8CB5F24F-FC82-4A31-9699-43B157CFD176}" dt="2025-02-03T12:52:01.785" v="216" actId="6938"/>
          <pc:sldLayoutMkLst>
            <pc:docMk/>
            <pc:sldMasterMk cId="3262648864" sldId="2147483696"/>
            <pc:sldLayoutMk cId="650369228" sldId="2147483699"/>
          </pc:sldLayoutMkLst>
        </pc:sldLayoutChg>
        <pc:sldLayoutChg chg="new replId">
          <pc:chgData name="Suzanne Conder" userId="0d494b33-eb5e-4e6e-ac89-c59ea1a73de1" providerId="ADAL" clId="{8CB5F24F-FC82-4A31-9699-43B157CFD176}" dt="2025-02-03T12:52:01.785" v="216" actId="6938"/>
          <pc:sldLayoutMkLst>
            <pc:docMk/>
            <pc:sldMasterMk cId="3262648864" sldId="2147483696"/>
            <pc:sldLayoutMk cId="3168231041" sldId="2147483700"/>
          </pc:sldLayoutMkLst>
        </pc:sldLayoutChg>
        <pc:sldLayoutChg chg="new replId">
          <pc:chgData name="Suzanne Conder" userId="0d494b33-eb5e-4e6e-ac89-c59ea1a73de1" providerId="ADAL" clId="{8CB5F24F-FC82-4A31-9699-43B157CFD176}" dt="2025-02-03T12:52:01.785" v="216" actId="6938"/>
          <pc:sldLayoutMkLst>
            <pc:docMk/>
            <pc:sldMasterMk cId="3262648864" sldId="2147483696"/>
            <pc:sldLayoutMk cId="3940071547" sldId="2147483701"/>
          </pc:sldLayoutMkLst>
        </pc:sldLayoutChg>
        <pc:sldLayoutChg chg="new replId">
          <pc:chgData name="Suzanne Conder" userId="0d494b33-eb5e-4e6e-ac89-c59ea1a73de1" providerId="ADAL" clId="{8CB5F24F-FC82-4A31-9699-43B157CFD176}" dt="2025-02-03T12:52:01.785" v="216" actId="6938"/>
          <pc:sldLayoutMkLst>
            <pc:docMk/>
            <pc:sldMasterMk cId="3262648864" sldId="2147483696"/>
            <pc:sldLayoutMk cId="1422941560" sldId="2147483702"/>
          </pc:sldLayoutMkLst>
        </pc:sldLayoutChg>
        <pc:sldLayoutChg chg="new replId">
          <pc:chgData name="Suzanne Conder" userId="0d494b33-eb5e-4e6e-ac89-c59ea1a73de1" providerId="ADAL" clId="{8CB5F24F-FC82-4A31-9699-43B157CFD176}" dt="2025-02-03T12:52:01.785" v="216" actId="6938"/>
          <pc:sldLayoutMkLst>
            <pc:docMk/>
            <pc:sldMasterMk cId="3262648864" sldId="2147483696"/>
            <pc:sldLayoutMk cId="1931534818" sldId="2147483703"/>
          </pc:sldLayoutMkLst>
        </pc:sldLayoutChg>
        <pc:sldLayoutChg chg="new replId">
          <pc:chgData name="Suzanne Conder" userId="0d494b33-eb5e-4e6e-ac89-c59ea1a73de1" providerId="ADAL" clId="{8CB5F24F-FC82-4A31-9699-43B157CFD176}" dt="2025-02-03T12:52:01.785" v="216" actId="6938"/>
          <pc:sldLayoutMkLst>
            <pc:docMk/>
            <pc:sldMasterMk cId="3262648864" sldId="2147483696"/>
            <pc:sldLayoutMk cId="1311360811" sldId="2147483704"/>
          </pc:sldLayoutMkLst>
        </pc:sldLayoutChg>
        <pc:sldLayoutChg chg="new replId">
          <pc:chgData name="Suzanne Conder" userId="0d494b33-eb5e-4e6e-ac89-c59ea1a73de1" providerId="ADAL" clId="{8CB5F24F-FC82-4A31-9699-43B157CFD176}" dt="2025-02-03T12:52:01.785" v="216" actId="6938"/>
          <pc:sldLayoutMkLst>
            <pc:docMk/>
            <pc:sldMasterMk cId="3262648864" sldId="2147483696"/>
            <pc:sldLayoutMk cId="925929155" sldId="2147483705"/>
          </pc:sldLayoutMkLst>
        </pc:sldLayoutChg>
        <pc:sldLayoutChg chg="new replId">
          <pc:chgData name="Suzanne Conder" userId="0d494b33-eb5e-4e6e-ac89-c59ea1a73de1" providerId="ADAL" clId="{8CB5F24F-FC82-4A31-9699-43B157CFD176}" dt="2025-02-03T12:52:01.785" v="216" actId="6938"/>
          <pc:sldLayoutMkLst>
            <pc:docMk/>
            <pc:sldMasterMk cId="3262648864" sldId="2147483696"/>
            <pc:sldLayoutMk cId="756926485" sldId="2147483706"/>
          </pc:sldLayoutMkLst>
        </pc:sldLayoutChg>
        <pc:sldLayoutChg chg="new replId">
          <pc:chgData name="Suzanne Conder" userId="0d494b33-eb5e-4e6e-ac89-c59ea1a73de1" providerId="ADAL" clId="{8CB5F24F-FC82-4A31-9699-43B157CFD176}" dt="2025-02-03T12:52:01.785" v="216" actId="6938"/>
          <pc:sldLayoutMkLst>
            <pc:docMk/>
            <pc:sldMasterMk cId="3262648864" sldId="2147483696"/>
            <pc:sldLayoutMk cId="746275682" sldId="214748370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hot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473C1-FC7D-E3EE-3AA3-D414BCAE3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315F2-8998-A914-43CA-7A963ABA9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8E302-A5F3-8C9F-D6EF-7B4288720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72DD6-F39F-47B5-9DB8-36AD04487495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89100-C971-1A5F-7718-2313BD47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4CCA7-0C25-779A-4AB5-569B083A3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83352-3A0B-4C76-B5FC-227BEB55CCE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Long shot of a large building&#10;&#10;Description automatically generated">
            <a:extLst>
              <a:ext uri="{FF2B5EF4-FFF2-40B4-BE49-F238E27FC236}">
                <a16:creationId xmlns:a16="http://schemas.microsoft.com/office/drawing/2014/main" id="{A96D6941-0CCA-F44A-A599-33F08DE3FA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25"/>
          <a:stretch/>
        </p:blipFill>
        <p:spPr>
          <a:xfrm>
            <a:off x="-449580" y="0"/>
            <a:ext cx="1264158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D21577-522D-4F85-A559-AF8FB300857C}"/>
              </a:ext>
            </a:extLst>
          </p:cNvPr>
          <p:cNvSpPr/>
          <p:nvPr userDrawn="1"/>
        </p:nvSpPr>
        <p:spPr>
          <a:xfrm>
            <a:off x="5273040" y="0"/>
            <a:ext cx="6918960" cy="6858000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6F2FA4-1CE1-82FA-AD16-4A615523D3C1}"/>
              </a:ext>
            </a:extLst>
          </p:cNvPr>
          <p:cNvSpPr txBox="1">
            <a:spLocks/>
          </p:cNvSpPr>
          <p:nvPr userDrawn="1"/>
        </p:nvSpPr>
        <p:spPr>
          <a:xfrm>
            <a:off x="6012180" y="1410569"/>
            <a:ext cx="5760720" cy="2347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dirty="0">
                <a:solidFill>
                  <a:srgbClr val="4D4D4F"/>
                </a:solidFill>
                <a:latin typeface="Myriad Pro" panose="020B0503030403020204" pitchFamily="34" charset="0"/>
              </a:rPr>
              <a:t>Photo Main Title Page Example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161AB2-3EDC-F93F-FE4A-0F40C81469C1}"/>
              </a:ext>
            </a:extLst>
          </p:cNvPr>
          <p:cNvSpPr txBox="1"/>
          <p:nvPr userDrawn="1"/>
        </p:nvSpPr>
        <p:spPr>
          <a:xfrm>
            <a:off x="6012180" y="40838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800" i="1" dirty="0">
                <a:solidFill>
                  <a:srgbClr val="4D4D4F"/>
                </a:solidFill>
                <a:latin typeface="Myriad Pro" panose="020B0503030403020204" pitchFamily="34" charset="0"/>
              </a:rPr>
              <a:t>Subtext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034B2E-47D3-AC6B-9319-3D784CDF992B}"/>
              </a:ext>
            </a:extLst>
          </p:cNvPr>
          <p:cNvCxnSpPr/>
          <p:nvPr userDrawn="1"/>
        </p:nvCxnSpPr>
        <p:spPr>
          <a:xfrm>
            <a:off x="6096000" y="3713162"/>
            <a:ext cx="4221480" cy="0"/>
          </a:xfrm>
          <a:prstGeom prst="line">
            <a:avLst/>
          </a:prstGeom>
          <a:ln w="38100">
            <a:solidFill>
              <a:srgbClr val="4D4D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logo for a university&#10;&#10;Description automatically generated">
            <a:extLst>
              <a:ext uri="{FF2B5EF4-FFF2-40B4-BE49-F238E27FC236}">
                <a16:creationId xmlns:a16="http://schemas.microsoft.com/office/drawing/2014/main" id="{9D9B245A-7DC8-C8DF-329F-C0FECDEBC5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924" y="5169049"/>
            <a:ext cx="1323825" cy="132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020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hoto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 descr="A building with a window&#10;&#10;Description automatically generated">
            <a:extLst>
              <a:ext uri="{FF2B5EF4-FFF2-40B4-BE49-F238E27FC236}">
                <a16:creationId xmlns:a16="http://schemas.microsoft.com/office/drawing/2014/main" id="{2E0F144E-E4A7-F875-B4AC-877D8BBC5B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17"/>
          <a:stretch/>
        </p:blipFill>
        <p:spPr>
          <a:xfrm>
            <a:off x="0" y="0"/>
            <a:ext cx="1231392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3F7E25-55C2-BD4C-2B26-3772F00CA6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880" y="1617859"/>
            <a:ext cx="4902200" cy="1325563"/>
          </a:xfrm>
        </p:spPr>
        <p:txBody>
          <a:bodyPr/>
          <a:lstStyle/>
          <a:p>
            <a:r>
              <a:rPr lang="en-GB" sz="4400" dirty="0">
                <a:solidFill>
                  <a:schemeClr val="bg1"/>
                </a:solidFill>
                <a:latin typeface="Myriad Pro" panose="020B0503030403020204" pitchFamily="34" charset="0"/>
              </a:rPr>
              <a:t>Photo Main Title Page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507C5-0097-97A6-08B5-993E24A9F5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4880" y="3390978"/>
            <a:ext cx="4762500" cy="86359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i="1" dirty="0">
                <a:solidFill>
                  <a:schemeClr val="bg1"/>
                </a:solidFill>
                <a:latin typeface="Myriad Pro" panose="020B0503030403020204" pitchFamily="34" charset="0"/>
              </a:rPr>
              <a:t>Subtext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63D49-DDC7-E938-E968-D88BE7D38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72DD6-F39F-47B5-9DB8-36AD04487495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DB570-13B2-EDED-6D66-F10181A52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AA8B9-85DC-E847-EBAD-055579E9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83352-3A0B-4C76-B5FC-227BEB55CCE2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125231-425B-EE62-51B9-03EFDDF5D653}"/>
              </a:ext>
            </a:extLst>
          </p:cNvPr>
          <p:cNvCxnSpPr/>
          <p:nvPr userDrawn="1"/>
        </p:nvCxnSpPr>
        <p:spPr>
          <a:xfrm>
            <a:off x="944880" y="3092607"/>
            <a:ext cx="422148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logo for a university&#10;&#10;Description automatically generated">
            <a:extLst>
              <a:ext uri="{FF2B5EF4-FFF2-40B4-BE49-F238E27FC236}">
                <a16:creationId xmlns:a16="http://schemas.microsoft.com/office/drawing/2014/main" id="{E40EA1AF-1A69-A9D2-7A1C-1568B623D5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924" y="5169049"/>
            <a:ext cx="1323825" cy="132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83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D2DB6-057C-4348-AB00-7D9ED2845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263901"/>
            <a:ext cx="10515600" cy="12985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sz="6000" dirty="0">
                <a:solidFill>
                  <a:srgbClr val="4D4D4F"/>
                </a:solidFill>
                <a:latin typeface="Myriad Pro" panose="020B0503030403020204" pitchFamily="34" charset="0"/>
              </a:rPr>
              <a:t>Plain Main Title Page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87EE-B58B-69DD-8B9A-9C72DDAA573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925729"/>
            <a:ext cx="10515600" cy="66227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GB" sz="2400" dirty="0">
                <a:solidFill>
                  <a:srgbClr val="ED1847"/>
                </a:solidFill>
                <a:latin typeface="Myriad Pro" panose="020B0503030403020204" pitchFamily="34" charset="0"/>
              </a:rPr>
              <a:t>Subtext</a:t>
            </a:r>
          </a:p>
        </p:txBody>
      </p:sp>
      <p:pic>
        <p:nvPicPr>
          <p:cNvPr id="9" name="Picture 8" descr="A logo for a university&#10;&#10;Description automatically generated">
            <a:extLst>
              <a:ext uri="{FF2B5EF4-FFF2-40B4-BE49-F238E27FC236}">
                <a16:creationId xmlns:a16="http://schemas.microsoft.com/office/drawing/2014/main" id="{DD36C943-3C03-0296-F7F4-152BB749ED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070" y="324158"/>
            <a:ext cx="1722120" cy="172212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85EAE0-CD58-C3E2-AA6E-A7D90BCC5A85}"/>
              </a:ext>
            </a:extLst>
          </p:cNvPr>
          <p:cNvCxnSpPr>
            <a:cxnSpLocks/>
          </p:cNvCxnSpPr>
          <p:nvPr userDrawn="1"/>
        </p:nvCxnSpPr>
        <p:spPr>
          <a:xfrm>
            <a:off x="762000" y="4722971"/>
            <a:ext cx="8884920" cy="0"/>
          </a:xfrm>
          <a:prstGeom prst="line">
            <a:avLst/>
          </a:prstGeom>
          <a:ln w="38100">
            <a:solidFill>
              <a:srgbClr val="ED18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17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D2DB6-057C-4348-AB00-7D9ED2845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263901"/>
            <a:ext cx="10515600" cy="12985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sz="6000" dirty="0">
                <a:solidFill>
                  <a:srgbClr val="4D4D4F"/>
                </a:solidFill>
                <a:latin typeface="Myriad Pro" panose="020B0503030403020204" pitchFamily="34" charset="0"/>
              </a:rPr>
              <a:t>Plain Main Title Page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87EE-B58B-69DD-8B9A-9C72DDAA573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925729"/>
            <a:ext cx="10515600" cy="66227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GB" sz="2400" dirty="0">
                <a:solidFill>
                  <a:srgbClr val="ED1847"/>
                </a:solidFill>
                <a:latin typeface="Myriad Pro" panose="020B0503030403020204" pitchFamily="34" charset="0"/>
              </a:rPr>
              <a:t>Subtext</a:t>
            </a:r>
          </a:p>
        </p:txBody>
      </p:sp>
      <p:pic>
        <p:nvPicPr>
          <p:cNvPr id="9" name="Picture 8" descr="A logo for a university&#10;&#10;Description automatically generated">
            <a:extLst>
              <a:ext uri="{FF2B5EF4-FFF2-40B4-BE49-F238E27FC236}">
                <a16:creationId xmlns:a16="http://schemas.microsoft.com/office/drawing/2014/main" id="{DD36C943-3C03-0296-F7F4-152BB749ED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070" y="324158"/>
            <a:ext cx="1722120" cy="172212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85EAE0-CD58-C3E2-AA6E-A7D90BCC5A85}"/>
              </a:ext>
            </a:extLst>
          </p:cNvPr>
          <p:cNvCxnSpPr>
            <a:cxnSpLocks/>
          </p:cNvCxnSpPr>
          <p:nvPr userDrawn="1"/>
        </p:nvCxnSpPr>
        <p:spPr>
          <a:xfrm>
            <a:off x="762000" y="4722971"/>
            <a:ext cx="8884920" cy="0"/>
          </a:xfrm>
          <a:prstGeom prst="line">
            <a:avLst/>
          </a:prstGeom>
          <a:ln w="38100">
            <a:solidFill>
              <a:srgbClr val="ED18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729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Diamond 48">
            <a:extLst>
              <a:ext uri="{FF2B5EF4-FFF2-40B4-BE49-F238E27FC236}">
                <a16:creationId xmlns:a16="http://schemas.microsoft.com/office/drawing/2014/main" id="{45D5080B-53D8-24A6-15F5-D78C33AED0D3}"/>
              </a:ext>
            </a:extLst>
          </p:cNvPr>
          <p:cNvSpPr/>
          <p:nvPr userDrawn="1"/>
        </p:nvSpPr>
        <p:spPr>
          <a:xfrm>
            <a:off x="9275298" y="3617884"/>
            <a:ext cx="4503970" cy="451104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0738165B-5E73-9B71-F2B5-E4C46EB970E9}"/>
              </a:ext>
            </a:extLst>
          </p:cNvPr>
          <p:cNvSpPr/>
          <p:nvPr userDrawn="1"/>
        </p:nvSpPr>
        <p:spPr>
          <a:xfrm>
            <a:off x="6885851" y="1267922"/>
            <a:ext cx="4503970" cy="451104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7BE0E532-9239-1546-E199-F7C373022DE8}"/>
              </a:ext>
            </a:extLst>
          </p:cNvPr>
          <p:cNvSpPr/>
          <p:nvPr userDrawn="1"/>
        </p:nvSpPr>
        <p:spPr>
          <a:xfrm>
            <a:off x="9275298" y="-1082040"/>
            <a:ext cx="4503970" cy="451104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2" name="Picture 51" descr="A logo for a university&#10;&#10;Description automatically generated">
            <a:extLst>
              <a:ext uri="{FF2B5EF4-FFF2-40B4-BE49-F238E27FC236}">
                <a16:creationId xmlns:a16="http://schemas.microsoft.com/office/drawing/2014/main" id="{19FF2106-3A1C-346D-B419-0777961D25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5163" y="4814436"/>
            <a:ext cx="1722120" cy="1722120"/>
          </a:xfrm>
          <a:prstGeom prst="rect">
            <a:avLst/>
          </a:prstGeom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E455C12E-7CA8-3541-2875-F41BF06E2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328" y="4130065"/>
            <a:ext cx="10515600" cy="12985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sz="6000" dirty="0">
                <a:solidFill>
                  <a:srgbClr val="4D4D4F"/>
                </a:solidFill>
                <a:latin typeface="Myriad Pro" panose="020B0503030403020204" pitchFamily="34" charset="0"/>
              </a:rPr>
              <a:t>END SLIDE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3C950B4-5234-8766-2272-F9E948F3EE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3328" y="5791893"/>
            <a:ext cx="10515600" cy="66227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GB" sz="2400" dirty="0">
                <a:solidFill>
                  <a:srgbClr val="ED1847"/>
                </a:solidFill>
                <a:latin typeface="Myriad Pro" panose="020B0503030403020204" pitchFamily="34" charset="0"/>
              </a:rPr>
              <a:t>Subtext</a:t>
            </a:r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2B9C34A8-F78C-3045-4DCB-1E9C0DC6ECEF}"/>
              </a:ext>
            </a:extLst>
          </p:cNvPr>
          <p:cNvSpPr/>
          <p:nvPr userDrawn="1"/>
        </p:nvSpPr>
        <p:spPr>
          <a:xfrm>
            <a:off x="11664745" y="1267922"/>
            <a:ext cx="4503970" cy="451104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343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Dark Gre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Diamond 48">
            <a:extLst>
              <a:ext uri="{FF2B5EF4-FFF2-40B4-BE49-F238E27FC236}">
                <a16:creationId xmlns:a16="http://schemas.microsoft.com/office/drawing/2014/main" id="{45D5080B-53D8-24A6-15F5-D78C33AED0D3}"/>
              </a:ext>
            </a:extLst>
          </p:cNvPr>
          <p:cNvSpPr/>
          <p:nvPr userDrawn="1"/>
        </p:nvSpPr>
        <p:spPr>
          <a:xfrm>
            <a:off x="9275298" y="3617884"/>
            <a:ext cx="4503970" cy="451104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0738165B-5E73-9B71-F2B5-E4C46EB970E9}"/>
              </a:ext>
            </a:extLst>
          </p:cNvPr>
          <p:cNvSpPr/>
          <p:nvPr userDrawn="1"/>
        </p:nvSpPr>
        <p:spPr>
          <a:xfrm>
            <a:off x="6885851" y="1267922"/>
            <a:ext cx="4503970" cy="451104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7BE0E532-9239-1546-E199-F7C373022DE8}"/>
              </a:ext>
            </a:extLst>
          </p:cNvPr>
          <p:cNvSpPr/>
          <p:nvPr userDrawn="1"/>
        </p:nvSpPr>
        <p:spPr>
          <a:xfrm>
            <a:off x="9275298" y="-1082040"/>
            <a:ext cx="4503970" cy="451104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2" name="Picture 51" descr="A logo for a university&#10;&#10;Description automatically generated">
            <a:extLst>
              <a:ext uri="{FF2B5EF4-FFF2-40B4-BE49-F238E27FC236}">
                <a16:creationId xmlns:a16="http://schemas.microsoft.com/office/drawing/2014/main" id="{19FF2106-3A1C-346D-B419-0777961D25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5163" y="4814436"/>
            <a:ext cx="1722120" cy="1722120"/>
          </a:xfrm>
          <a:prstGeom prst="rect">
            <a:avLst/>
          </a:prstGeom>
        </p:spPr>
      </p:pic>
      <p:sp>
        <p:nvSpPr>
          <p:cNvPr id="55" name="Diamond 54">
            <a:extLst>
              <a:ext uri="{FF2B5EF4-FFF2-40B4-BE49-F238E27FC236}">
                <a16:creationId xmlns:a16="http://schemas.microsoft.com/office/drawing/2014/main" id="{2B9C34A8-F78C-3045-4DCB-1E9C0DC6ECEF}"/>
              </a:ext>
            </a:extLst>
          </p:cNvPr>
          <p:cNvSpPr/>
          <p:nvPr userDrawn="1"/>
        </p:nvSpPr>
        <p:spPr>
          <a:xfrm>
            <a:off x="11664745" y="1267922"/>
            <a:ext cx="4503970" cy="451104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D2C5B-AB6F-A922-50B6-22BE7EF083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3991" y="4344135"/>
            <a:ext cx="6927507" cy="933921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END SLIDE</a:t>
            </a:r>
            <a:endParaRPr lang="en-GB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B318232-F141-5617-A792-520A123169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3991" y="5495914"/>
            <a:ext cx="7948009" cy="933921"/>
          </a:xfrm>
        </p:spPr>
        <p:txBody>
          <a:bodyPr>
            <a:noAutofit/>
          </a:bodyPr>
          <a:lstStyle>
            <a:lvl1pPr marL="0" indent="0">
              <a:buNone/>
              <a:defRPr sz="4000" i="1"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9488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ght with QR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A logo for a university&#10;&#10;Description automatically generated">
            <a:extLst>
              <a:ext uri="{FF2B5EF4-FFF2-40B4-BE49-F238E27FC236}">
                <a16:creationId xmlns:a16="http://schemas.microsoft.com/office/drawing/2014/main" id="{19FF2106-3A1C-346D-B419-0777961D25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5163" y="4814436"/>
            <a:ext cx="1722120" cy="1722120"/>
          </a:xfrm>
          <a:prstGeom prst="rect">
            <a:avLst/>
          </a:prstGeom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E455C12E-7CA8-3541-2875-F41BF06E2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328" y="4130065"/>
            <a:ext cx="10515600" cy="12985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sz="6000" dirty="0">
                <a:solidFill>
                  <a:srgbClr val="4D4D4F"/>
                </a:solidFill>
                <a:latin typeface="Myriad Pro" panose="020B0503030403020204" pitchFamily="34" charset="0"/>
              </a:rPr>
              <a:t>END SLIDE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3C950B4-5234-8766-2272-F9E948F3EE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3328" y="5791893"/>
            <a:ext cx="10515600" cy="66227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GB" sz="2400" dirty="0">
                <a:solidFill>
                  <a:srgbClr val="ED1847"/>
                </a:solidFill>
                <a:latin typeface="Myriad Pro" panose="020B0503030403020204" pitchFamily="34" charset="0"/>
              </a:rPr>
              <a:t>Subtext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843CF-0DBD-7113-0D11-DEEB1F7C8ED6}"/>
              </a:ext>
            </a:extLst>
          </p:cNvPr>
          <p:cNvSpPr/>
          <p:nvPr userDrawn="1"/>
        </p:nvSpPr>
        <p:spPr>
          <a:xfrm>
            <a:off x="8616443" y="-845339"/>
            <a:ext cx="2910840" cy="39034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486A74-17A0-5567-93AE-6AABDFBBAF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940799" y="530509"/>
            <a:ext cx="2316163" cy="20939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Space for QR code</a:t>
            </a:r>
          </a:p>
        </p:txBody>
      </p:sp>
    </p:spTree>
    <p:extLst>
      <p:ext uri="{BB962C8B-B14F-4D97-AF65-F5344CB8AC3E}">
        <p14:creationId xmlns:p14="http://schemas.microsoft.com/office/powerpoint/2010/main" val="1309089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 Extr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A logo for a university&#10;&#10;Description automatically generated">
            <a:extLst>
              <a:ext uri="{FF2B5EF4-FFF2-40B4-BE49-F238E27FC236}">
                <a16:creationId xmlns:a16="http://schemas.microsoft.com/office/drawing/2014/main" id="{19FF2106-3A1C-346D-B419-0777961D25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5163" y="4814436"/>
            <a:ext cx="1722120" cy="1722120"/>
          </a:xfrm>
          <a:prstGeom prst="rect">
            <a:avLst/>
          </a:prstGeom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E455C12E-7CA8-3541-2875-F41BF06E2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579449"/>
            <a:ext cx="5431283" cy="100426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sz="6000" dirty="0">
                <a:solidFill>
                  <a:srgbClr val="4D4D4F"/>
                </a:solidFill>
                <a:latin typeface="Myriad Pro" panose="020B0503030403020204" pitchFamily="34" charset="0"/>
              </a:rPr>
              <a:t>END SLIDE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3C950B4-5234-8766-2272-F9E948F3EE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9" y="1917396"/>
            <a:ext cx="5431283" cy="259364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GB" sz="2400" dirty="0">
                <a:solidFill>
                  <a:srgbClr val="ED1847"/>
                </a:solidFill>
                <a:latin typeface="Myriad Pro" panose="020B0503030403020204" pitchFamily="34" charset="0"/>
              </a:rPr>
              <a:t>Subtext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EFBE2A-7C02-0F0E-5DE6-B7DF1CBEBF1F}"/>
              </a:ext>
            </a:extLst>
          </p:cNvPr>
          <p:cNvSpPr/>
          <p:nvPr userDrawn="1"/>
        </p:nvSpPr>
        <p:spPr>
          <a:xfrm>
            <a:off x="5851525" y="579449"/>
            <a:ext cx="50800" cy="56983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1B7286-C261-0C09-53A9-B8EE1BD649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579450"/>
            <a:ext cx="5200650" cy="56991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3"/>
                </a:solidFill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Space for list of further reading /activities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7363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 Extra Text Gre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A logo for a university&#10;&#10;Description automatically generated">
            <a:extLst>
              <a:ext uri="{FF2B5EF4-FFF2-40B4-BE49-F238E27FC236}">
                <a16:creationId xmlns:a16="http://schemas.microsoft.com/office/drawing/2014/main" id="{19FF2106-3A1C-346D-B419-0777961D25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5163" y="4814436"/>
            <a:ext cx="1722120" cy="1722120"/>
          </a:xfrm>
          <a:prstGeom prst="rect">
            <a:avLst/>
          </a:prstGeom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E455C12E-7CA8-3541-2875-F41BF06E2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579449"/>
            <a:ext cx="5431283" cy="100426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sz="6000" dirty="0">
                <a:solidFill>
                  <a:srgbClr val="4D4D4F"/>
                </a:solidFill>
                <a:latin typeface="Myriad Pro" panose="020B0503030403020204" pitchFamily="34" charset="0"/>
              </a:rPr>
              <a:t>END SLIDE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3C950B4-5234-8766-2272-F9E948F3EE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9" y="1917396"/>
            <a:ext cx="5431283" cy="259364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n-GB" sz="2400" dirty="0">
                <a:solidFill>
                  <a:srgbClr val="ED1847"/>
                </a:solidFill>
                <a:latin typeface="Myriad Pro" panose="020B0503030403020204" pitchFamily="34" charset="0"/>
              </a:rPr>
              <a:t>Subtext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459493-2310-BF4D-5E61-DCE1E72963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875" y="579450"/>
            <a:ext cx="5200650" cy="56991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3"/>
                </a:solidFill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Space for list of further reading /activities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EFBE2A-7C02-0F0E-5DE6-B7DF1CBEBF1F}"/>
              </a:ext>
            </a:extLst>
          </p:cNvPr>
          <p:cNvSpPr/>
          <p:nvPr userDrawn="1"/>
        </p:nvSpPr>
        <p:spPr>
          <a:xfrm>
            <a:off x="5851525" y="579449"/>
            <a:ext cx="50800" cy="56983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267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E9F06-B9EC-AA8A-D104-F9AE26AF7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500" y="4323397"/>
            <a:ext cx="8597900" cy="1325563"/>
          </a:xfrm>
        </p:spPr>
        <p:txBody>
          <a:bodyPr/>
          <a:lstStyle/>
          <a:p>
            <a:r>
              <a:rPr lang="en-GB" sz="4400" dirty="0">
                <a:solidFill>
                  <a:srgbClr val="4D4D4F"/>
                </a:solidFill>
                <a:latin typeface="Myriad Pro" panose="020B0503030403020204" pitchFamily="34" charset="0"/>
              </a:rPr>
              <a:t>Subtitle (for title pages within an existing doc)</a:t>
            </a:r>
            <a:endParaRPr lang="en-GB" dirty="0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A6234950-F1C0-ED17-F853-F351196CA676}"/>
              </a:ext>
            </a:extLst>
          </p:cNvPr>
          <p:cNvSpPr/>
          <p:nvPr userDrawn="1"/>
        </p:nvSpPr>
        <p:spPr>
          <a:xfrm>
            <a:off x="8158480" y="-16256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47B7C14E-D662-B9FA-C1AF-54D01593489A}"/>
              </a:ext>
            </a:extLst>
          </p:cNvPr>
          <p:cNvSpPr/>
          <p:nvPr userDrawn="1"/>
        </p:nvSpPr>
        <p:spPr>
          <a:xfrm>
            <a:off x="9641840" y="129032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E1076F48-891E-4825-EF94-6A57B5E74218}"/>
              </a:ext>
            </a:extLst>
          </p:cNvPr>
          <p:cNvSpPr/>
          <p:nvPr userDrawn="1"/>
        </p:nvSpPr>
        <p:spPr>
          <a:xfrm>
            <a:off x="9641840" y="-161544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A83D19E1-940F-8683-452E-52B87C0AB9CA}"/>
              </a:ext>
            </a:extLst>
          </p:cNvPr>
          <p:cNvSpPr/>
          <p:nvPr userDrawn="1"/>
        </p:nvSpPr>
        <p:spPr>
          <a:xfrm>
            <a:off x="11191240" y="-16256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988AE30D-0C42-27DE-4182-2E2E51915D81}"/>
              </a:ext>
            </a:extLst>
          </p:cNvPr>
          <p:cNvSpPr/>
          <p:nvPr userDrawn="1"/>
        </p:nvSpPr>
        <p:spPr>
          <a:xfrm>
            <a:off x="9641840" y="419608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2C61FB35-902C-C90F-484B-4912CB6FC58B}"/>
              </a:ext>
            </a:extLst>
          </p:cNvPr>
          <p:cNvSpPr/>
          <p:nvPr userDrawn="1"/>
        </p:nvSpPr>
        <p:spPr>
          <a:xfrm>
            <a:off x="11125200" y="564896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80F6818A-79EF-DF78-B3DB-D7CC49E6B60B}"/>
              </a:ext>
            </a:extLst>
          </p:cNvPr>
          <p:cNvSpPr/>
          <p:nvPr userDrawn="1"/>
        </p:nvSpPr>
        <p:spPr>
          <a:xfrm>
            <a:off x="11125200" y="274320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9743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Red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E9F06-B9EC-AA8A-D104-F9AE26AF7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500" y="4323397"/>
            <a:ext cx="8597900" cy="1325563"/>
          </a:xfrm>
        </p:spPr>
        <p:txBody>
          <a:bodyPr/>
          <a:lstStyle/>
          <a:p>
            <a:r>
              <a:rPr lang="en-GB" sz="4400" dirty="0">
                <a:solidFill>
                  <a:srgbClr val="4D4D4F"/>
                </a:solidFill>
                <a:latin typeface="Myriad Pro" panose="020B0503030403020204" pitchFamily="34" charset="0"/>
              </a:rPr>
              <a:t>Subtitle (for title pages within an existing doc)</a:t>
            </a:r>
            <a:endParaRPr lang="en-GB" dirty="0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A6234950-F1C0-ED17-F853-F351196CA676}"/>
              </a:ext>
            </a:extLst>
          </p:cNvPr>
          <p:cNvSpPr/>
          <p:nvPr userDrawn="1"/>
        </p:nvSpPr>
        <p:spPr>
          <a:xfrm>
            <a:off x="8158480" y="-16256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47B7C14E-D662-B9FA-C1AF-54D01593489A}"/>
              </a:ext>
            </a:extLst>
          </p:cNvPr>
          <p:cNvSpPr/>
          <p:nvPr userDrawn="1"/>
        </p:nvSpPr>
        <p:spPr>
          <a:xfrm>
            <a:off x="9641840" y="129032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E1076F48-891E-4825-EF94-6A57B5E74218}"/>
              </a:ext>
            </a:extLst>
          </p:cNvPr>
          <p:cNvSpPr/>
          <p:nvPr userDrawn="1"/>
        </p:nvSpPr>
        <p:spPr>
          <a:xfrm>
            <a:off x="9641840" y="-161544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A83D19E1-940F-8683-452E-52B87C0AB9CA}"/>
              </a:ext>
            </a:extLst>
          </p:cNvPr>
          <p:cNvSpPr/>
          <p:nvPr userDrawn="1"/>
        </p:nvSpPr>
        <p:spPr>
          <a:xfrm>
            <a:off x="11191240" y="-16256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988AE30D-0C42-27DE-4182-2E2E51915D81}"/>
              </a:ext>
            </a:extLst>
          </p:cNvPr>
          <p:cNvSpPr/>
          <p:nvPr userDrawn="1"/>
        </p:nvSpPr>
        <p:spPr>
          <a:xfrm>
            <a:off x="9641840" y="419608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2C61FB35-902C-C90F-484B-4912CB6FC58B}"/>
              </a:ext>
            </a:extLst>
          </p:cNvPr>
          <p:cNvSpPr/>
          <p:nvPr userDrawn="1"/>
        </p:nvSpPr>
        <p:spPr>
          <a:xfrm>
            <a:off x="11125200" y="564896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80F6818A-79EF-DF78-B3DB-D7CC49E6B60B}"/>
              </a:ext>
            </a:extLst>
          </p:cNvPr>
          <p:cNvSpPr/>
          <p:nvPr userDrawn="1"/>
        </p:nvSpPr>
        <p:spPr>
          <a:xfrm>
            <a:off x="11125200" y="274320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197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Multi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E9F06-B9EC-AA8A-D104-F9AE26AF7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500" y="4323397"/>
            <a:ext cx="8597900" cy="1325563"/>
          </a:xfrm>
        </p:spPr>
        <p:txBody>
          <a:bodyPr/>
          <a:lstStyle/>
          <a:p>
            <a:r>
              <a:rPr lang="en-GB" sz="4400" dirty="0">
                <a:solidFill>
                  <a:srgbClr val="4D4D4F"/>
                </a:solidFill>
                <a:latin typeface="Myriad Pro" panose="020B0503030403020204" pitchFamily="34" charset="0"/>
              </a:rPr>
              <a:t>Subtitle (for title pages within an existing doc)</a:t>
            </a:r>
            <a:endParaRPr lang="en-GB" dirty="0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A6234950-F1C0-ED17-F853-F351196CA676}"/>
              </a:ext>
            </a:extLst>
          </p:cNvPr>
          <p:cNvSpPr/>
          <p:nvPr userDrawn="1"/>
        </p:nvSpPr>
        <p:spPr>
          <a:xfrm>
            <a:off x="8158480" y="-162560"/>
            <a:ext cx="2550160" cy="2458085"/>
          </a:xfrm>
          <a:prstGeom prst="diamond">
            <a:avLst/>
          </a:prstGeom>
          <a:solidFill>
            <a:srgbClr val="4D4D4F"/>
          </a:solidFill>
          <a:ln>
            <a:solidFill>
              <a:srgbClr val="4D4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47B7C14E-D662-B9FA-C1AF-54D01593489A}"/>
              </a:ext>
            </a:extLst>
          </p:cNvPr>
          <p:cNvSpPr/>
          <p:nvPr userDrawn="1"/>
        </p:nvSpPr>
        <p:spPr>
          <a:xfrm>
            <a:off x="9641840" y="129032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E1076F48-891E-4825-EF94-6A57B5E74218}"/>
              </a:ext>
            </a:extLst>
          </p:cNvPr>
          <p:cNvSpPr/>
          <p:nvPr userDrawn="1"/>
        </p:nvSpPr>
        <p:spPr>
          <a:xfrm>
            <a:off x="9641840" y="-161544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A83D19E1-940F-8683-452E-52B87C0AB9CA}"/>
              </a:ext>
            </a:extLst>
          </p:cNvPr>
          <p:cNvSpPr/>
          <p:nvPr userDrawn="1"/>
        </p:nvSpPr>
        <p:spPr>
          <a:xfrm>
            <a:off x="11191240" y="-162560"/>
            <a:ext cx="2550160" cy="2458085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988AE30D-0C42-27DE-4182-2E2E51915D81}"/>
              </a:ext>
            </a:extLst>
          </p:cNvPr>
          <p:cNvSpPr/>
          <p:nvPr userDrawn="1"/>
        </p:nvSpPr>
        <p:spPr>
          <a:xfrm>
            <a:off x="9641840" y="4196080"/>
            <a:ext cx="2550160" cy="2458085"/>
          </a:xfrm>
          <a:prstGeom prst="diamond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2C61FB35-902C-C90F-484B-4912CB6FC58B}"/>
              </a:ext>
            </a:extLst>
          </p:cNvPr>
          <p:cNvSpPr/>
          <p:nvPr userDrawn="1"/>
        </p:nvSpPr>
        <p:spPr>
          <a:xfrm>
            <a:off x="11125200" y="564896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80F6818A-79EF-DF78-B3DB-D7CC49E6B60B}"/>
              </a:ext>
            </a:extLst>
          </p:cNvPr>
          <p:cNvSpPr/>
          <p:nvPr userDrawn="1"/>
        </p:nvSpPr>
        <p:spPr>
          <a:xfrm>
            <a:off x="11125200" y="274320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730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Mul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E9F06-B9EC-AA8A-D104-F9AE26AF7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500" y="4323397"/>
            <a:ext cx="8597900" cy="1325563"/>
          </a:xfrm>
        </p:spPr>
        <p:txBody>
          <a:bodyPr/>
          <a:lstStyle/>
          <a:p>
            <a:r>
              <a:rPr lang="en-GB" sz="4400" dirty="0">
                <a:solidFill>
                  <a:srgbClr val="4D4D4F"/>
                </a:solidFill>
                <a:latin typeface="Myriad Pro" panose="020B0503030403020204" pitchFamily="34" charset="0"/>
              </a:rPr>
              <a:t>Subtitle (for title pages within an existing doc)</a:t>
            </a:r>
            <a:endParaRPr lang="en-GB" dirty="0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A6234950-F1C0-ED17-F853-F351196CA676}"/>
              </a:ext>
            </a:extLst>
          </p:cNvPr>
          <p:cNvSpPr/>
          <p:nvPr userDrawn="1"/>
        </p:nvSpPr>
        <p:spPr>
          <a:xfrm>
            <a:off x="8158480" y="-162560"/>
            <a:ext cx="2550160" cy="2458085"/>
          </a:xfrm>
          <a:prstGeom prst="diamond">
            <a:avLst/>
          </a:prstGeom>
          <a:solidFill>
            <a:srgbClr val="4D4D4F"/>
          </a:solidFill>
          <a:ln>
            <a:solidFill>
              <a:srgbClr val="4D4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47B7C14E-D662-B9FA-C1AF-54D01593489A}"/>
              </a:ext>
            </a:extLst>
          </p:cNvPr>
          <p:cNvSpPr/>
          <p:nvPr userDrawn="1"/>
        </p:nvSpPr>
        <p:spPr>
          <a:xfrm>
            <a:off x="9641840" y="129032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E1076F48-891E-4825-EF94-6A57B5E74218}"/>
              </a:ext>
            </a:extLst>
          </p:cNvPr>
          <p:cNvSpPr/>
          <p:nvPr userDrawn="1"/>
        </p:nvSpPr>
        <p:spPr>
          <a:xfrm>
            <a:off x="9641840" y="-161544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A83D19E1-940F-8683-452E-52B87C0AB9CA}"/>
              </a:ext>
            </a:extLst>
          </p:cNvPr>
          <p:cNvSpPr/>
          <p:nvPr userDrawn="1"/>
        </p:nvSpPr>
        <p:spPr>
          <a:xfrm>
            <a:off x="11191240" y="-162560"/>
            <a:ext cx="2550160" cy="2458085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988AE30D-0C42-27DE-4182-2E2E51915D81}"/>
              </a:ext>
            </a:extLst>
          </p:cNvPr>
          <p:cNvSpPr/>
          <p:nvPr userDrawn="1"/>
        </p:nvSpPr>
        <p:spPr>
          <a:xfrm>
            <a:off x="9641840" y="4196080"/>
            <a:ext cx="2550160" cy="2458085"/>
          </a:xfrm>
          <a:prstGeom prst="diamond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2C61FB35-902C-C90F-484B-4912CB6FC58B}"/>
              </a:ext>
            </a:extLst>
          </p:cNvPr>
          <p:cNvSpPr/>
          <p:nvPr userDrawn="1"/>
        </p:nvSpPr>
        <p:spPr>
          <a:xfrm>
            <a:off x="11125200" y="564896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80F6818A-79EF-DF78-B3DB-D7CC49E6B60B}"/>
              </a:ext>
            </a:extLst>
          </p:cNvPr>
          <p:cNvSpPr/>
          <p:nvPr userDrawn="1"/>
        </p:nvSpPr>
        <p:spPr>
          <a:xfrm>
            <a:off x="11125200" y="2743200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8751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Right Mult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E9F06-B9EC-AA8A-D104-F9AE26AF7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7800" y="3998748"/>
            <a:ext cx="8597900" cy="1325563"/>
          </a:xfrm>
        </p:spPr>
        <p:txBody>
          <a:bodyPr/>
          <a:lstStyle/>
          <a:p>
            <a:r>
              <a:rPr lang="en-GB" sz="4400" dirty="0">
                <a:solidFill>
                  <a:srgbClr val="4D4D4F"/>
                </a:solidFill>
                <a:latin typeface="Myriad Pro" panose="020B0503030403020204" pitchFamily="34" charset="0"/>
              </a:rPr>
              <a:t>Subtitle (for title pages within an existing doc)</a:t>
            </a:r>
            <a:endParaRPr lang="en-GB" dirty="0"/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2828D2AE-BF01-5A47-5880-5E374A3BD6B8}"/>
              </a:ext>
            </a:extLst>
          </p:cNvPr>
          <p:cNvSpPr/>
          <p:nvPr userDrawn="1"/>
        </p:nvSpPr>
        <p:spPr>
          <a:xfrm>
            <a:off x="-746760" y="-665163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D9E0B86C-7853-BB31-6810-91B66BFC671E}"/>
              </a:ext>
            </a:extLst>
          </p:cNvPr>
          <p:cNvSpPr/>
          <p:nvPr userDrawn="1"/>
        </p:nvSpPr>
        <p:spPr>
          <a:xfrm>
            <a:off x="736600" y="-2118043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578E9D86-EADC-CAF4-4C96-7D003D46B981}"/>
              </a:ext>
            </a:extLst>
          </p:cNvPr>
          <p:cNvSpPr/>
          <p:nvPr userDrawn="1"/>
        </p:nvSpPr>
        <p:spPr>
          <a:xfrm>
            <a:off x="2286000" y="-665163"/>
            <a:ext cx="2550160" cy="2458085"/>
          </a:xfrm>
          <a:prstGeom prst="diamond">
            <a:avLst/>
          </a:prstGeom>
          <a:solidFill>
            <a:srgbClr val="4D4D4F"/>
          </a:solidFill>
          <a:ln>
            <a:solidFill>
              <a:srgbClr val="4D4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7B13878D-8549-65C2-C4A2-513134BAD5F1}"/>
              </a:ext>
            </a:extLst>
          </p:cNvPr>
          <p:cNvSpPr/>
          <p:nvPr userDrawn="1"/>
        </p:nvSpPr>
        <p:spPr>
          <a:xfrm>
            <a:off x="-746760" y="2016759"/>
            <a:ext cx="2550160" cy="2458085"/>
          </a:xfrm>
          <a:prstGeom prst="diamond">
            <a:avLst/>
          </a:prstGeom>
          <a:solidFill>
            <a:srgbClr val="4D4D4F"/>
          </a:solidFill>
          <a:ln>
            <a:solidFill>
              <a:srgbClr val="4D4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250915FC-0332-875A-B775-DB127F7C11DA}"/>
              </a:ext>
            </a:extLst>
          </p:cNvPr>
          <p:cNvSpPr/>
          <p:nvPr userDrawn="1"/>
        </p:nvSpPr>
        <p:spPr>
          <a:xfrm>
            <a:off x="769620" y="5999792"/>
            <a:ext cx="2550160" cy="2458085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E2D819DB-C723-63AE-6E77-279A768D26C4}"/>
              </a:ext>
            </a:extLst>
          </p:cNvPr>
          <p:cNvSpPr/>
          <p:nvPr userDrawn="1"/>
        </p:nvSpPr>
        <p:spPr>
          <a:xfrm>
            <a:off x="-746760" y="4648831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0E205FA4-0842-11E0-9EC2-081748E8F08E}"/>
              </a:ext>
            </a:extLst>
          </p:cNvPr>
          <p:cNvSpPr/>
          <p:nvPr userDrawn="1"/>
        </p:nvSpPr>
        <p:spPr>
          <a:xfrm>
            <a:off x="-2219960" y="700723"/>
            <a:ext cx="2550160" cy="2458085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053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Right Mult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E9F06-B9EC-AA8A-D104-F9AE26AF7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7800" y="3998748"/>
            <a:ext cx="8597900" cy="1325563"/>
          </a:xfrm>
        </p:spPr>
        <p:txBody>
          <a:bodyPr/>
          <a:lstStyle/>
          <a:p>
            <a:r>
              <a:rPr lang="en-GB" sz="4400" dirty="0">
                <a:solidFill>
                  <a:srgbClr val="4D4D4F"/>
                </a:solidFill>
                <a:latin typeface="Myriad Pro" panose="020B0503030403020204" pitchFamily="34" charset="0"/>
              </a:rPr>
              <a:t>Subtitle (for title pages within an existing doc)</a:t>
            </a:r>
            <a:endParaRPr lang="en-GB" dirty="0"/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2828D2AE-BF01-5A47-5880-5E374A3BD6B8}"/>
              </a:ext>
            </a:extLst>
          </p:cNvPr>
          <p:cNvSpPr/>
          <p:nvPr userDrawn="1"/>
        </p:nvSpPr>
        <p:spPr>
          <a:xfrm>
            <a:off x="-746760" y="-665163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D9E0B86C-7853-BB31-6810-91B66BFC671E}"/>
              </a:ext>
            </a:extLst>
          </p:cNvPr>
          <p:cNvSpPr/>
          <p:nvPr userDrawn="1"/>
        </p:nvSpPr>
        <p:spPr>
          <a:xfrm>
            <a:off x="736600" y="-2118043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578E9D86-EADC-CAF4-4C96-7D003D46B981}"/>
              </a:ext>
            </a:extLst>
          </p:cNvPr>
          <p:cNvSpPr/>
          <p:nvPr userDrawn="1"/>
        </p:nvSpPr>
        <p:spPr>
          <a:xfrm>
            <a:off x="2286000" y="-665163"/>
            <a:ext cx="2550160" cy="2458085"/>
          </a:xfrm>
          <a:prstGeom prst="diamond">
            <a:avLst/>
          </a:prstGeom>
          <a:solidFill>
            <a:srgbClr val="4D4D4F"/>
          </a:solidFill>
          <a:ln>
            <a:solidFill>
              <a:srgbClr val="4D4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7B13878D-8549-65C2-C4A2-513134BAD5F1}"/>
              </a:ext>
            </a:extLst>
          </p:cNvPr>
          <p:cNvSpPr/>
          <p:nvPr userDrawn="1"/>
        </p:nvSpPr>
        <p:spPr>
          <a:xfrm>
            <a:off x="-746760" y="2016759"/>
            <a:ext cx="2550160" cy="2458085"/>
          </a:xfrm>
          <a:prstGeom prst="diamond">
            <a:avLst/>
          </a:prstGeom>
          <a:solidFill>
            <a:srgbClr val="4D4D4F"/>
          </a:solidFill>
          <a:ln>
            <a:solidFill>
              <a:srgbClr val="4D4D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250915FC-0332-875A-B775-DB127F7C11DA}"/>
              </a:ext>
            </a:extLst>
          </p:cNvPr>
          <p:cNvSpPr/>
          <p:nvPr userDrawn="1"/>
        </p:nvSpPr>
        <p:spPr>
          <a:xfrm>
            <a:off x="769620" y="5999792"/>
            <a:ext cx="2550160" cy="2458085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E2D819DB-C723-63AE-6E77-279A768D26C4}"/>
              </a:ext>
            </a:extLst>
          </p:cNvPr>
          <p:cNvSpPr/>
          <p:nvPr userDrawn="1"/>
        </p:nvSpPr>
        <p:spPr>
          <a:xfrm>
            <a:off x="-746760" y="4648831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0E205FA4-0842-11E0-9EC2-081748E8F08E}"/>
              </a:ext>
            </a:extLst>
          </p:cNvPr>
          <p:cNvSpPr/>
          <p:nvPr userDrawn="1"/>
        </p:nvSpPr>
        <p:spPr>
          <a:xfrm>
            <a:off x="-2219960" y="700723"/>
            <a:ext cx="2550160" cy="2458085"/>
          </a:xfrm>
          <a:prstGeom prst="diamon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956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Right Red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E9F06-B9EC-AA8A-D104-F9AE26AF7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7800" y="3998748"/>
            <a:ext cx="8597900" cy="1325563"/>
          </a:xfrm>
        </p:spPr>
        <p:txBody>
          <a:bodyPr/>
          <a:lstStyle/>
          <a:p>
            <a:r>
              <a:rPr lang="en-GB" sz="4400" dirty="0">
                <a:solidFill>
                  <a:srgbClr val="4D4D4F"/>
                </a:solidFill>
                <a:latin typeface="Myriad Pro" panose="020B0503030403020204" pitchFamily="34" charset="0"/>
              </a:rPr>
              <a:t>Subtitle (for title pages within an existing doc)</a:t>
            </a:r>
            <a:endParaRPr lang="en-GB" dirty="0"/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2828D2AE-BF01-5A47-5880-5E374A3BD6B8}"/>
              </a:ext>
            </a:extLst>
          </p:cNvPr>
          <p:cNvSpPr/>
          <p:nvPr userDrawn="1"/>
        </p:nvSpPr>
        <p:spPr>
          <a:xfrm>
            <a:off x="-746760" y="-665163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D9E0B86C-7853-BB31-6810-91B66BFC671E}"/>
              </a:ext>
            </a:extLst>
          </p:cNvPr>
          <p:cNvSpPr/>
          <p:nvPr userDrawn="1"/>
        </p:nvSpPr>
        <p:spPr>
          <a:xfrm>
            <a:off x="736600" y="-2118043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578E9D86-EADC-CAF4-4C96-7D003D46B981}"/>
              </a:ext>
            </a:extLst>
          </p:cNvPr>
          <p:cNvSpPr/>
          <p:nvPr userDrawn="1"/>
        </p:nvSpPr>
        <p:spPr>
          <a:xfrm>
            <a:off x="2286000" y="-665163"/>
            <a:ext cx="2550160" cy="2458085"/>
          </a:xfrm>
          <a:prstGeom prst="diamond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7B13878D-8549-65C2-C4A2-513134BAD5F1}"/>
              </a:ext>
            </a:extLst>
          </p:cNvPr>
          <p:cNvSpPr/>
          <p:nvPr userDrawn="1"/>
        </p:nvSpPr>
        <p:spPr>
          <a:xfrm>
            <a:off x="-746760" y="2016759"/>
            <a:ext cx="2550160" cy="2458085"/>
          </a:xfrm>
          <a:prstGeom prst="diamond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250915FC-0332-875A-B775-DB127F7C11DA}"/>
              </a:ext>
            </a:extLst>
          </p:cNvPr>
          <p:cNvSpPr/>
          <p:nvPr userDrawn="1"/>
        </p:nvSpPr>
        <p:spPr>
          <a:xfrm>
            <a:off x="769620" y="5999792"/>
            <a:ext cx="2550160" cy="2458085"/>
          </a:xfrm>
          <a:prstGeom prst="diamond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E2D819DB-C723-63AE-6E77-279A768D26C4}"/>
              </a:ext>
            </a:extLst>
          </p:cNvPr>
          <p:cNvSpPr/>
          <p:nvPr userDrawn="1"/>
        </p:nvSpPr>
        <p:spPr>
          <a:xfrm>
            <a:off x="-746760" y="4648831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0E205FA4-0842-11E0-9EC2-081748E8F08E}"/>
              </a:ext>
            </a:extLst>
          </p:cNvPr>
          <p:cNvSpPr/>
          <p:nvPr userDrawn="1"/>
        </p:nvSpPr>
        <p:spPr>
          <a:xfrm>
            <a:off x="-2219960" y="700723"/>
            <a:ext cx="2550160" cy="2458085"/>
          </a:xfrm>
          <a:prstGeom prst="diamond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160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Right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E9F06-B9EC-AA8A-D104-F9AE26AF7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7800" y="3998748"/>
            <a:ext cx="8597900" cy="1325563"/>
          </a:xfrm>
        </p:spPr>
        <p:txBody>
          <a:bodyPr/>
          <a:lstStyle/>
          <a:p>
            <a:r>
              <a:rPr lang="en-GB" sz="4400" dirty="0">
                <a:solidFill>
                  <a:srgbClr val="4D4D4F"/>
                </a:solidFill>
                <a:latin typeface="Myriad Pro" panose="020B0503030403020204" pitchFamily="34" charset="0"/>
              </a:rPr>
              <a:t>Subtitle (for title pages within an existing doc)</a:t>
            </a:r>
            <a:endParaRPr lang="en-GB" dirty="0"/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2828D2AE-BF01-5A47-5880-5E374A3BD6B8}"/>
              </a:ext>
            </a:extLst>
          </p:cNvPr>
          <p:cNvSpPr/>
          <p:nvPr userDrawn="1"/>
        </p:nvSpPr>
        <p:spPr>
          <a:xfrm>
            <a:off x="-746760" y="-665163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D9E0B86C-7853-BB31-6810-91B66BFC671E}"/>
              </a:ext>
            </a:extLst>
          </p:cNvPr>
          <p:cNvSpPr/>
          <p:nvPr userDrawn="1"/>
        </p:nvSpPr>
        <p:spPr>
          <a:xfrm>
            <a:off x="736600" y="-2118043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578E9D86-EADC-CAF4-4C96-7D003D46B981}"/>
              </a:ext>
            </a:extLst>
          </p:cNvPr>
          <p:cNvSpPr/>
          <p:nvPr userDrawn="1"/>
        </p:nvSpPr>
        <p:spPr>
          <a:xfrm>
            <a:off x="2286000" y="-665163"/>
            <a:ext cx="2550160" cy="2458085"/>
          </a:xfrm>
          <a:prstGeom prst="diamond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7B13878D-8549-65C2-C4A2-513134BAD5F1}"/>
              </a:ext>
            </a:extLst>
          </p:cNvPr>
          <p:cNvSpPr/>
          <p:nvPr userDrawn="1"/>
        </p:nvSpPr>
        <p:spPr>
          <a:xfrm>
            <a:off x="-746760" y="2016759"/>
            <a:ext cx="2550160" cy="2458085"/>
          </a:xfrm>
          <a:prstGeom prst="diamond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250915FC-0332-875A-B775-DB127F7C11DA}"/>
              </a:ext>
            </a:extLst>
          </p:cNvPr>
          <p:cNvSpPr/>
          <p:nvPr userDrawn="1"/>
        </p:nvSpPr>
        <p:spPr>
          <a:xfrm>
            <a:off x="769620" y="5999792"/>
            <a:ext cx="2550160" cy="2458085"/>
          </a:xfrm>
          <a:prstGeom prst="diamond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E2D819DB-C723-63AE-6E77-279A768D26C4}"/>
              </a:ext>
            </a:extLst>
          </p:cNvPr>
          <p:cNvSpPr/>
          <p:nvPr userDrawn="1"/>
        </p:nvSpPr>
        <p:spPr>
          <a:xfrm>
            <a:off x="-746760" y="4648831"/>
            <a:ext cx="2550160" cy="2458085"/>
          </a:xfrm>
          <a:prstGeom prst="diamond">
            <a:avLst/>
          </a:prstGeom>
          <a:solidFill>
            <a:srgbClr val="ED1847"/>
          </a:solidFill>
          <a:ln>
            <a:solidFill>
              <a:srgbClr val="ED18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0E205FA4-0842-11E0-9EC2-081748E8F08E}"/>
              </a:ext>
            </a:extLst>
          </p:cNvPr>
          <p:cNvSpPr/>
          <p:nvPr userDrawn="1"/>
        </p:nvSpPr>
        <p:spPr>
          <a:xfrm>
            <a:off x="-2219960" y="700723"/>
            <a:ext cx="2550160" cy="2458085"/>
          </a:xfrm>
          <a:prstGeom prst="diamond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7433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ext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E0F3-1FA4-2ADF-227F-5FD13B92C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0" y="832140"/>
            <a:ext cx="9790112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5FEF10-A20F-D07B-4A6C-3612BE9BF4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8" y="1920153"/>
            <a:ext cx="9790112" cy="33416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051DD2-395E-5D4D-20F4-7E4351A1225E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25651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ex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E0F3-1FA4-2ADF-227F-5FD13B92C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0" y="832140"/>
            <a:ext cx="9790112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5FEF10-A20F-D07B-4A6C-3612BE9BF4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8" y="1920153"/>
            <a:ext cx="9790112" cy="33416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051DD2-395E-5D4D-20F4-7E4351A1225E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38461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ext Mi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E0F3-1FA4-2ADF-227F-5FD13B92C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0" y="832140"/>
            <a:ext cx="9790112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5FEF10-A20F-D07B-4A6C-3612BE9BF4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8" y="1920153"/>
            <a:ext cx="9790112" cy="33416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051DD2-395E-5D4D-20F4-7E4351A1225E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18485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ext Small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E0F3-1FA4-2ADF-227F-5FD13B92C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0" y="832140"/>
            <a:ext cx="6353629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051DD2-395E-5D4D-20F4-7E4351A1225E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5BB54DEA-029E-F09F-D554-EEC08887BC59}"/>
              </a:ext>
            </a:extLst>
          </p:cNvPr>
          <p:cNvSpPr/>
          <p:nvPr userDrawn="1"/>
        </p:nvSpPr>
        <p:spPr>
          <a:xfrm>
            <a:off x="7886700" y="-198050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F6A6D56-6A26-5646-640C-915F7794625F}"/>
              </a:ext>
            </a:extLst>
          </p:cNvPr>
          <p:cNvSpPr/>
          <p:nvPr userDrawn="1"/>
        </p:nvSpPr>
        <p:spPr>
          <a:xfrm>
            <a:off x="9235440" y="-1507986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8A56641-E767-6F61-0097-32DFB95F7E08}"/>
              </a:ext>
            </a:extLst>
          </p:cNvPr>
          <p:cNvSpPr/>
          <p:nvPr userDrawn="1"/>
        </p:nvSpPr>
        <p:spPr>
          <a:xfrm>
            <a:off x="9235440" y="1132911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D3C8D3F5-7C15-029B-FE0A-71F275034828}"/>
              </a:ext>
            </a:extLst>
          </p:cNvPr>
          <p:cNvSpPr/>
          <p:nvPr userDrawn="1"/>
        </p:nvSpPr>
        <p:spPr>
          <a:xfrm>
            <a:off x="10584180" y="-198049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7C2A384D-A5CF-FBC2-E3E7-70FC5CE5B9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8" y="1920153"/>
            <a:ext cx="6352041" cy="41057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8023407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ext Small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E0F3-1FA4-2ADF-227F-5FD13B92C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0" y="832140"/>
            <a:ext cx="6353629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051DD2-395E-5D4D-20F4-7E4351A1225E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rgbClr val="4D4D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3D61AFCA-52CE-438D-EE32-9EE319F35E73}"/>
              </a:ext>
            </a:extLst>
          </p:cNvPr>
          <p:cNvSpPr/>
          <p:nvPr userDrawn="1"/>
        </p:nvSpPr>
        <p:spPr>
          <a:xfrm>
            <a:off x="7886700" y="-198050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BEEC44E2-C245-8A6E-D44F-7B7348B0F814}"/>
              </a:ext>
            </a:extLst>
          </p:cNvPr>
          <p:cNvSpPr/>
          <p:nvPr userDrawn="1"/>
        </p:nvSpPr>
        <p:spPr>
          <a:xfrm>
            <a:off x="9235440" y="-1507986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1BA1B512-96B7-7999-9DE9-39E5FAAAF4D3}"/>
              </a:ext>
            </a:extLst>
          </p:cNvPr>
          <p:cNvSpPr/>
          <p:nvPr userDrawn="1"/>
        </p:nvSpPr>
        <p:spPr>
          <a:xfrm>
            <a:off x="9235440" y="1132911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28483AD7-3AA5-F927-B20C-59D37F687DA1}"/>
              </a:ext>
            </a:extLst>
          </p:cNvPr>
          <p:cNvSpPr/>
          <p:nvPr userDrawn="1"/>
        </p:nvSpPr>
        <p:spPr>
          <a:xfrm>
            <a:off x="10584180" y="-198049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F2FFF7B-971D-29C3-8420-DFD8C77A1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8" y="1920153"/>
            <a:ext cx="6352041" cy="41057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42129654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ext Small Mi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E0F3-1FA4-2ADF-227F-5FD13B92C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0" y="832140"/>
            <a:ext cx="6353629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5FEF10-A20F-D07B-4A6C-3612BE9BF4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8" y="1920153"/>
            <a:ext cx="6352041" cy="41057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051DD2-395E-5D4D-20F4-7E4351A1225E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73F7DB7D-55DC-A346-4B4A-56FC73ED76CA}"/>
              </a:ext>
            </a:extLst>
          </p:cNvPr>
          <p:cNvSpPr/>
          <p:nvPr userDrawn="1"/>
        </p:nvSpPr>
        <p:spPr>
          <a:xfrm>
            <a:off x="7886700" y="-198050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52713992-7CE8-F100-774A-FE05390C2EE8}"/>
              </a:ext>
            </a:extLst>
          </p:cNvPr>
          <p:cNvSpPr/>
          <p:nvPr userDrawn="1"/>
        </p:nvSpPr>
        <p:spPr>
          <a:xfrm>
            <a:off x="9235440" y="-1507986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D308E1E0-ED03-CD1F-F49E-09AD994B9FC6}"/>
              </a:ext>
            </a:extLst>
          </p:cNvPr>
          <p:cNvSpPr/>
          <p:nvPr userDrawn="1"/>
        </p:nvSpPr>
        <p:spPr>
          <a:xfrm>
            <a:off x="9235440" y="1132911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1C7C80D5-3596-D397-1D31-80D5EAB8D82F}"/>
              </a:ext>
            </a:extLst>
          </p:cNvPr>
          <p:cNvSpPr/>
          <p:nvPr userDrawn="1"/>
        </p:nvSpPr>
        <p:spPr>
          <a:xfrm>
            <a:off x="10584180" y="-198049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3747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ext Small R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E0F3-1FA4-2ADF-227F-5FD13B92C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0" y="832140"/>
            <a:ext cx="6353629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5FEF10-A20F-D07B-4A6C-3612BE9BF4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8" y="1920153"/>
            <a:ext cx="6352041" cy="41057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051DD2-395E-5D4D-20F4-7E4351A1225E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73F7DB7D-55DC-A346-4B4A-56FC73ED76CA}"/>
              </a:ext>
            </a:extLst>
          </p:cNvPr>
          <p:cNvSpPr/>
          <p:nvPr userDrawn="1"/>
        </p:nvSpPr>
        <p:spPr>
          <a:xfrm>
            <a:off x="8311573" y="4235405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52713992-7CE8-F100-774A-FE05390C2EE8}"/>
              </a:ext>
            </a:extLst>
          </p:cNvPr>
          <p:cNvSpPr/>
          <p:nvPr userDrawn="1"/>
        </p:nvSpPr>
        <p:spPr>
          <a:xfrm>
            <a:off x="9660313" y="2925469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D308E1E0-ED03-CD1F-F49E-09AD994B9FC6}"/>
              </a:ext>
            </a:extLst>
          </p:cNvPr>
          <p:cNvSpPr/>
          <p:nvPr userDrawn="1"/>
        </p:nvSpPr>
        <p:spPr>
          <a:xfrm>
            <a:off x="9660313" y="5566366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1C7C80D5-3596-D397-1D31-80D5EAB8D82F}"/>
              </a:ext>
            </a:extLst>
          </p:cNvPr>
          <p:cNvSpPr/>
          <p:nvPr userDrawn="1"/>
        </p:nvSpPr>
        <p:spPr>
          <a:xfrm>
            <a:off x="11009053" y="4235406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7059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ext Small Dark Gre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E0F3-1FA4-2ADF-227F-5FD13B92C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0" y="832140"/>
            <a:ext cx="6353629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5FEF10-A20F-D07B-4A6C-3612BE9BF4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8" y="1920153"/>
            <a:ext cx="6352041" cy="41057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051DD2-395E-5D4D-20F4-7E4351A1225E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73F7DB7D-55DC-A346-4B4A-56FC73ED76CA}"/>
              </a:ext>
            </a:extLst>
          </p:cNvPr>
          <p:cNvSpPr/>
          <p:nvPr userDrawn="1"/>
        </p:nvSpPr>
        <p:spPr>
          <a:xfrm>
            <a:off x="8311573" y="4235405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52713992-7CE8-F100-774A-FE05390C2EE8}"/>
              </a:ext>
            </a:extLst>
          </p:cNvPr>
          <p:cNvSpPr/>
          <p:nvPr userDrawn="1"/>
        </p:nvSpPr>
        <p:spPr>
          <a:xfrm>
            <a:off x="9660313" y="2925469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D308E1E0-ED03-CD1F-F49E-09AD994B9FC6}"/>
              </a:ext>
            </a:extLst>
          </p:cNvPr>
          <p:cNvSpPr/>
          <p:nvPr userDrawn="1"/>
        </p:nvSpPr>
        <p:spPr>
          <a:xfrm>
            <a:off x="9660313" y="5566366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1C7C80D5-3596-D397-1D31-80D5EAB8D82F}"/>
              </a:ext>
            </a:extLst>
          </p:cNvPr>
          <p:cNvSpPr/>
          <p:nvPr userDrawn="1"/>
        </p:nvSpPr>
        <p:spPr>
          <a:xfrm>
            <a:off x="11009053" y="4235406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04290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ext Small Mid Gre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E0F3-1FA4-2ADF-227F-5FD13B92C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0" y="832140"/>
            <a:ext cx="6353629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5FEF10-A20F-D07B-4A6C-3612BE9BF4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8" y="1920153"/>
            <a:ext cx="6352041" cy="41057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051DD2-395E-5D4D-20F4-7E4351A1225E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73F7DB7D-55DC-A346-4B4A-56FC73ED76CA}"/>
              </a:ext>
            </a:extLst>
          </p:cNvPr>
          <p:cNvSpPr/>
          <p:nvPr userDrawn="1"/>
        </p:nvSpPr>
        <p:spPr>
          <a:xfrm>
            <a:off x="8311573" y="4235405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52713992-7CE8-F100-774A-FE05390C2EE8}"/>
              </a:ext>
            </a:extLst>
          </p:cNvPr>
          <p:cNvSpPr/>
          <p:nvPr userDrawn="1"/>
        </p:nvSpPr>
        <p:spPr>
          <a:xfrm>
            <a:off x="9660313" y="2925469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D308E1E0-ED03-CD1F-F49E-09AD994B9FC6}"/>
              </a:ext>
            </a:extLst>
          </p:cNvPr>
          <p:cNvSpPr/>
          <p:nvPr userDrawn="1"/>
        </p:nvSpPr>
        <p:spPr>
          <a:xfrm>
            <a:off x="9660313" y="5566366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1C7C80D5-3596-D397-1D31-80D5EAB8D82F}"/>
              </a:ext>
            </a:extLst>
          </p:cNvPr>
          <p:cNvSpPr/>
          <p:nvPr userDrawn="1"/>
        </p:nvSpPr>
        <p:spPr>
          <a:xfrm>
            <a:off x="11009053" y="4235406"/>
            <a:ext cx="2550160" cy="2458085"/>
          </a:xfrm>
          <a:prstGeom prst="diamond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6782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E0F3-1FA4-2ADF-227F-5FD13B92C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0" y="832140"/>
            <a:ext cx="9790112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051DD2-395E-5D4D-20F4-7E4351A1225E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1BEC60E5-DD12-AD0C-7835-2F07960557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7" y="1920153"/>
            <a:ext cx="4684713" cy="3769447"/>
          </a:xfrm>
        </p:spPr>
        <p:txBody>
          <a:bodyPr>
            <a:normAutofit/>
          </a:bodyPr>
          <a:lstStyle>
            <a:lvl1pPr marL="457200" indent="-457200">
              <a:buClr>
                <a:schemeClr val="tx2"/>
              </a:buClr>
              <a:buFont typeface="Wingdings 2" panose="05020102010507070707" pitchFamily="18" charset="2"/>
              <a:buChar char="­"/>
              <a:defRPr sz="2400"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085490A-96A7-EA3F-C43D-7183D2FE73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7599" y="1920152"/>
            <a:ext cx="4684713" cy="3769447"/>
          </a:xfrm>
        </p:spPr>
        <p:txBody>
          <a:bodyPr/>
          <a:lstStyle>
            <a:lvl1pPr marL="457200" indent="-457200">
              <a:buClr>
                <a:schemeClr val="tx2"/>
              </a:buClr>
              <a:buFont typeface="Wingdings 2" panose="05020102010507070707" pitchFamily="18" charset="2"/>
              <a:buChar char="­"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</p:txBody>
      </p:sp>
    </p:spTree>
    <p:extLst>
      <p:ext uri="{BB962C8B-B14F-4D97-AF65-F5344CB8AC3E}">
        <p14:creationId xmlns:p14="http://schemas.microsoft.com/office/powerpoint/2010/main" val="30394910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E0F3-1FA4-2ADF-227F-5FD13B92C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0" y="832140"/>
            <a:ext cx="9790112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051DD2-395E-5D4D-20F4-7E4351A1225E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rgbClr val="4D4D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A8CB26F-AAD6-9244-7E35-38DD2E41E9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7" y="1920153"/>
            <a:ext cx="4684713" cy="3769447"/>
          </a:xfrm>
        </p:spPr>
        <p:txBody>
          <a:bodyPr/>
          <a:lstStyle>
            <a:lvl1pPr marL="457200" indent="-457200">
              <a:buClr>
                <a:schemeClr val="tx2"/>
              </a:buClr>
              <a:buFont typeface="Wingdings 2" panose="05020102010507070707" pitchFamily="18" charset="2"/>
              <a:buChar char="­"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5F1B8444-151D-547F-AC8C-F12BF53508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7599" y="1920152"/>
            <a:ext cx="4684713" cy="3769447"/>
          </a:xfrm>
        </p:spPr>
        <p:txBody>
          <a:bodyPr/>
          <a:lstStyle>
            <a:lvl1pPr marL="457200" indent="-457200">
              <a:buClr>
                <a:schemeClr val="tx2"/>
              </a:buClr>
              <a:buFont typeface="Wingdings 2" panose="05020102010507070707" pitchFamily="18" charset="2"/>
              <a:buChar char="­"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</p:txBody>
      </p:sp>
    </p:spTree>
    <p:extLst>
      <p:ext uri="{BB962C8B-B14F-4D97-AF65-F5344CB8AC3E}">
        <p14:creationId xmlns:p14="http://schemas.microsoft.com/office/powerpoint/2010/main" val="24789408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Mi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0E0F3-1FA4-2ADF-227F-5FD13B92C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0" y="832140"/>
            <a:ext cx="9790112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5FEF10-A20F-D07B-4A6C-3612BE9BF4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7" y="1920153"/>
            <a:ext cx="4684713" cy="3769447"/>
          </a:xfrm>
        </p:spPr>
        <p:txBody>
          <a:bodyPr/>
          <a:lstStyle>
            <a:lvl1pPr marL="457200" indent="-457200">
              <a:buClr>
                <a:schemeClr val="tx2"/>
              </a:buClr>
              <a:buFont typeface="Wingdings 2" panose="05020102010507070707" pitchFamily="18" charset="2"/>
              <a:buChar char="­"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051DD2-395E-5D4D-20F4-7E4351A1225E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B480578-8CC8-3B73-5D4B-993DD8360F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7599" y="1920152"/>
            <a:ext cx="4684713" cy="3769447"/>
          </a:xfrm>
        </p:spPr>
        <p:txBody>
          <a:bodyPr/>
          <a:lstStyle>
            <a:lvl1pPr marL="457200" indent="-457200">
              <a:buClr>
                <a:schemeClr val="tx2"/>
              </a:buClr>
              <a:buFont typeface="Wingdings 2" panose="05020102010507070707" pitchFamily="18" charset="2"/>
              <a:buChar char="­"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Bullet Points</a:t>
            </a:r>
          </a:p>
        </p:txBody>
      </p:sp>
    </p:spTree>
    <p:extLst>
      <p:ext uri="{BB962C8B-B14F-4D97-AF65-F5344CB8AC3E}">
        <p14:creationId xmlns:p14="http://schemas.microsoft.com/office/powerpoint/2010/main" val="38266992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Quote Pag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86B272-D182-9CED-3699-578279BEA764}"/>
              </a:ext>
            </a:extLst>
          </p:cNvPr>
          <p:cNvSpPr/>
          <p:nvPr userDrawn="1"/>
        </p:nvSpPr>
        <p:spPr>
          <a:xfrm>
            <a:off x="0" y="0"/>
            <a:ext cx="10109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D2481-43C1-863A-F9D9-E04451165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4258" y="1714954"/>
            <a:ext cx="6926942" cy="3063875"/>
          </a:xfrm>
        </p:spPr>
        <p:txBody>
          <a:bodyPr/>
          <a:lstStyle/>
          <a:p>
            <a:pPr algn="l"/>
            <a:r>
              <a:rPr lang="en-GB" sz="4400" dirty="0">
                <a:solidFill>
                  <a:schemeClr val="bg1"/>
                </a:solidFill>
                <a:latin typeface="Myriad Pro "/>
              </a:rPr>
              <a:t>Keep content on pages like this short and text size large for accessibility – (This could be good for a quote page)</a:t>
            </a:r>
          </a:p>
        </p:txBody>
      </p:sp>
    </p:spTree>
    <p:extLst>
      <p:ext uri="{BB962C8B-B14F-4D97-AF65-F5344CB8AC3E}">
        <p14:creationId xmlns:p14="http://schemas.microsoft.com/office/powerpoint/2010/main" val="6793589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Quote P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86B272-D182-9CED-3699-578279BEA764}"/>
              </a:ext>
            </a:extLst>
          </p:cNvPr>
          <p:cNvSpPr/>
          <p:nvPr userDrawn="1"/>
        </p:nvSpPr>
        <p:spPr>
          <a:xfrm>
            <a:off x="0" y="0"/>
            <a:ext cx="101092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D2481-43C1-863A-F9D9-E04451165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4258" y="1714954"/>
            <a:ext cx="6926942" cy="3063875"/>
          </a:xfrm>
        </p:spPr>
        <p:txBody>
          <a:bodyPr/>
          <a:lstStyle/>
          <a:p>
            <a:pPr algn="l"/>
            <a:r>
              <a:rPr lang="en-GB" sz="4400" dirty="0">
                <a:solidFill>
                  <a:schemeClr val="bg1"/>
                </a:solidFill>
                <a:latin typeface="Myriad Pro "/>
              </a:rPr>
              <a:t>Keep content on pages like this short and text size large for accessibility – (This could be good for a quote page)</a:t>
            </a:r>
          </a:p>
        </p:txBody>
      </p:sp>
    </p:spTree>
    <p:extLst>
      <p:ext uri="{BB962C8B-B14F-4D97-AF65-F5344CB8AC3E}">
        <p14:creationId xmlns:p14="http://schemas.microsoft.com/office/powerpoint/2010/main" val="12990414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P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1F4BC0-DB2E-927C-44D3-8624C9827444}"/>
              </a:ext>
            </a:extLst>
          </p:cNvPr>
          <p:cNvSpPr/>
          <p:nvPr userDrawn="1"/>
        </p:nvSpPr>
        <p:spPr>
          <a:xfrm>
            <a:off x="1092200" y="1918304"/>
            <a:ext cx="5029200" cy="207264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40A99C-B4C9-4B5C-36AA-E22C8EABC2EA}"/>
              </a:ext>
            </a:extLst>
          </p:cNvPr>
          <p:cNvSpPr/>
          <p:nvPr userDrawn="1"/>
        </p:nvSpPr>
        <p:spPr>
          <a:xfrm>
            <a:off x="1092200" y="4098521"/>
            <a:ext cx="5029200" cy="207264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74F619-5B36-60A5-FF84-54C3958B803E}"/>
              </a:ext>
            </a:extLst>
          </p:cNvPr>
          <p:cNvSpPr/>
          <p:nvPr userDrawn="1"/>
        </p:nvSpPr>
        <p:spPr>
          <a:xfrm>
            <a:off x="6228976" y="1918304"/>
            <a:ext cx="5029200" cy="207264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F42807-12A9-A402-2FB7-407D053C683A}"/>
              </a:ext>
            </a:extLst>
          </p:cNvPr>
          <p:cNvSpPr/>
          <p:nvPr userDrawn="1"/>
        </p:nvSpPr>
        <p:spPr>
          <a:xfrm>
            <a:off x="6228976" y="4098521"/>
            <a:ext cx="5029200" cy="207264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840FD20-AE00-7B96-0BA1-72256A439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0" y="832140"/>
            <a:ext cx="9790112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0E947F-20CC-2A53-BB28-4ED3A151172A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956C5AF9-0DEE-390E-FFF5-4F78DD410D3A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6465514" y="2231491"/>
            <a:ext cx="1422400" cy="1436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B6813F-F0DB-5153-27E0-B9C4E61F3B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39100" y="2154572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BB07406-9FCA-5335-D6BE-FDA6BBF000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573450"/>
            <a:ext cx="3060700" cy="5175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6" name="Media Placeholder 11">
            <a:extLst>
              <a:ext uri="{FF2B5EF4-FFF2-40B4-BE49-F238E27FC236}">
                <a16:creationId xmlns:a16="http://schemas.microsoft.com/office/drawing/2014/main" id="{006EDB85-4F10-9B1A-D4F4-4C7F06E01625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285128" y="2231491"/>
            <a:ext cx="1422400" cy="1436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2A0C7BF-48CB-F9E9-5B1A-ECEBCDA34E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8714" y="2154572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F71EC5BC-34D4-60F0-600E-7071686686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58714" y="2573450"/>
            <a:ext cx="3060700" cy="5175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9" name="Media Placeholder 11">
            <a:extLst>
              <a:ext uri="{FF2B5EF4-FFF2-40B4-BE49-F238E27FC236}">
                <a16:creationId xmlns:a16="http://schemas.microsoft.com/office/drawing/2014/main" id="{61F04E0B-9D5F-9683-B76E-28307F067E61}"/>
              </a:ext>
            </a:extLst>
          </p:cNvPr>
          <p:cNvSpPr>
            <a:spLocks noGrp="1"/>
          </p:cNvSpPr>
          <p:nvPr>
            <p:ph type="media" sz="quarter" idx="16" hasCustomPrompt="1"/>
          </p:nvPr>
        </p:nvSpPr>
        <p:spPr>
          <a:xfrm>
            <a:off x="1285128" y="4394285"/>
            <a:ext cx="1422400" cy="1436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469735F4-21C1-3D43-947A-8ABB3B8B69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58714" y="4317366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B5764472-4FE6-B4C6-A1EF-9426AE9504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8714" y="4736244"/>
            <a:ext cx="3060700" cy="5175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2" name="Media Placeholder 11">
            <a:extLst>
              <a:ext uri="{FF2B5EF4-FFF2-40B4-BE49-F238E27FC236}">
                <a16:creationId xmlns:a16="http://schemas.microsoft.com/office/drawing/2014/main" id="{08897DAE-CF88-CCA5-94AE-967C96CF807F}"/>
              </a:ext>
            </a:extLst>
          </p:cNvPr>
          <p:cNvSpPr>
            <a:spLocks noGrp="1"/>
          </p:cNvSpPr>
          <p:nvPr>
            <p:ph type="media" sz="quarter" idx="19" hasCustomPrompt="1"/>
          </p:nvPr>
        </p:nvSpPr>
        <p:spPr>
          <a:xfrm>
            <a:off x="6465514" y="4394285"/>
            <a:ext cx="1422400" cy="1436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37BCF3EF-A676-ED2D-F6D9-0B8AC009E5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39100" y="4317366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3044D2D-4A57-C56D-DAB7-ECB3BF9F4C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39100" y="4736244"/>
            <a:ext cx="3060700" cy="5175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43713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Page with Titl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1F4BC0-DB2E-927C-44D3-8624C9827444}"/>
              </a:ext>
            </a:extLst>
          </p:cNvPr>
          <p:cNvSpPr/>
          <p:nvPr userDrawn="1"/>
        </p:nvSpPr>
        <p:spPr>
          <a:xfrm>
            <a:off x="1092200" y="1918304"/>
            <a:ext cx="5029200" cy="207264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40A99C-B4C9-4B5C-36AA-E22C8EABC2EA}"/>
              </a:ext>
            </a:extLst>
          </p:cNvPr>
          <p:cNvSpPr/>
          <p:nvPr userDrawn="1"/>
        </p:nvSpPr>
        <p:spPr>
          <a:xfrm>
            <a:off x="1092200" y="4098521"/>
            <a:ext cx="5029200" cy="207264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74F619-5B36-60A5-FF84-54C3958B803E}"/>
              </a:ext>
            </a:extLst>
          </p:cNvPr>
          <p:cNvSpPr/>
          <p:nvPr userDrawn="1"/>
        </p:nvSpPr>
        <p:spPr>
          <a:xfrm>
            <a:off x="6228976" y="1918304"/>
            <a:ext cx="5029200" cy="207264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F42807-12A9-A402-2FB7-407D053C683A}"/>
              </a:ext>
            </a:extLst>
          </p:cNvPr>
          <p:cNvSpPr/>
          <p:nvPr userDrawn="1"/>
        </p:nvSpPr>
        <p:spPr>
          <a:xfrm>
            <a:off x="6228976" y="4098521"/>
            <a:ext cx="5029200" cy="207264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840FD20-AE00-7B96-0BA1-72256A439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0" y="832140"/>
            <a:ext cx="9790112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0E947F-20CC-2A53-BB28-4ED3A151172A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rgbClr val="4D4D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956C5AF9-0DEE-390E-FFF5-4F78DD410D3A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6465514" y="2231491"/>
            <a:ext cx="1422400" cy="1436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B6813F-F0DB-5153-27E0-B9C4E61F3B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39100" y="2154572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BB07406-9FCA-5335-D6BE-FDA6BBF000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573450"/>
            <a:ext cx="3060700" cy="5175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6" name="Media Placeholder 11">
            <a:extLst>
              <a:ext uri="{FF2B5EF4-FFF2-40B4-BE49-F238E27FC236}">
                <a16:creationId xmlns:a16="http://schemas.microsoft.com/office/drawing/2014/main" id="{006EDB85-4F10-9B1A-D4F4-4C7F06E01625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285128" y="2231491"/>
            <a:ext cx="1422400" cy="1436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2A0C7BF-48CB-F9E9-5B1A-ECEBCDA34E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8714" y="2154572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F71EC5BC-34D4-60F0-600E-7071686686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58714" y="2573450"/>
            <a:ext cx="3060700" cy="5175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9" name="Media Placeholder 11">
            <a:extLst>
              <a:ext uri="{FF2B5EF4-FFF2-40B4-BE49-F238E27FC236}">
                <a16:creationId xmlns:a16="http://schemas.microsoft.com/office/drawing/2014/main" id="{61F04E0B-9D5F-9683-B76E-28307F067E61}"/>
              </a:ext>
            </a:extLst>
          </p:cNvPr>
          <p:cNvSpPr>
            <a:spLocks noGrp="1"/>
          </p:cNvSpPr>
          <p:nvPr>
            <p:ph type="media" sz="quarter" idx="16" hasCustomPrompt="1"/>
          </p:nvPr>
        </p:nvSpPr>
        <p:spPr>
          <a:xfrm>
            <a:off x="1285128" y="4394285"/>
            <a:ext cx="1422400" cy="1436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469735F4-21C1-3D43-947A-8ABB3B8B69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58714" y="4317366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B5764472-4FE6-B4C6-A1EF-9426AE9504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8714" y="4736244"/>
            <a:ext cx="3060700" cy="5175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2" name="Media Placeholder 11">
            <a:extLst>
              <a:ext uri="{FF2B5EF4-FFF2-40B4-BE49-F238E27FC236}">
                <a16:creationId xmlns:a16="http://schemas.microsoft.com/office/drawing/2014/main" id="{08897DAE-CF88-CCA5-94AE-967C96CF807F}"/>
              </a:ext>
            </a:extLst>
          </p:cNvPr>
          <p:cNvSpPr>
            <a:spLocks noGrp="1"/>
          </p:cNvSpPr>
          <p:nvPr>
            <p:ph type="media" sz="quarter" idx="19" hasCustomPrompt="1"/>
          </p:nvPr>
        </p:nvSpPr>
        <p:spPr>
          <a:xfrm>
            <a:off x="6465514" y="4394285"/>
            <a:ext cx="1422400" cy="1436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37BCF3EF-A676-ED2D-F6D9-0B8AC009E5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39100" y="4317366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3044D2D-4A57-C56D-DAB7-ECB3BF9F4C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39100" y="4736244"/>
            <a:ext cx="3060700" cy="5175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16325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Page with Title Mi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1F4BC0-DB2E-927C-44D3-8624C9827444}"/>
              </a:ext>
            </a:extLst>
          </p:cNvPr>
          <p:cNvSpPr/>
          <p:nvPr userDrawn="1"/>
        </p:nvSpPr>
        <p:spPr>
          <a:xfrm>
            <a:off x="1092200" y="1918304"/>
            <a:ext cx="5029200" cy="207264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40A99C-B4C9-4B5C-36AA-E22C8EABC2EA}"/>
              </a:ext>
            </a:extLst>
          </p:cNvPr>
          <p:cNvSpPr/>
          <p:nvPr userDrawn="1"/>
        </p:nvSpPr>
        <p:spPr>
          <a:xfrm>
            <a:off x="1092200" y="4098521"/>
            <a:ext cx="5029200" cy="207264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74F619-5B36-60A5-FF84-54C3958B803E}"/>
              </a:ext>
            </a:extLst>
          </p:cNvPr>
          <p:cNvSpPr/>
          <p:nvPr userDrawn="1"/>
        </p:nvSpPr>
        <p:spPr>
          <a:xfrm>
            <a:off x="6228976" y="1918304"/>
            <a:ext cx="5029200" cy="207264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F42807-12A9-A402-2FB7-407D053C683A}"/>
              </a:ext>
            </a:extLst>
          </p:cNvPr>
          <p:cNvSpPr/>
          <p:nvPr userDrawn="1"/>
        </p:nvSpPr>
        <p:spPr>
          <a:xfrm>
            <a:off x="6228976" y="4098521"/>
            <a:ext cx="5029200" cy="207264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840FD20-AE00-7B96-0BA1-72256A439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0" y="832140"/>
            <a:ext cx="10165976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0E947F-20CC-2A53-BB28-4ED3A151172A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956C5AF9-0DEE-390E-FFF5-4F78DD410D3A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6465514" y="2231491"/>
            <a:ext cx="1422400" cy="1436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B6813F-F0DB-5153-27E0-B9C4E61F3B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39100" y="2154572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BB07406-9FCA-5335-D6BE-FDA6BBF000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573450"/>
            <a:ext cx="3060700" cy="5175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6" name="Media Placeholder 11">
            <a:extLst>
              <a:ext uri="{FF2B5EF4-FFF2-40B4-BE49-F238E27FC236}">
                <a16:creationId xmlns:a16="http://schemas.microsoft.com/office/drawing/2014/main" id="{006EDB85-4F10-9B1A-D4F4-4C7F06E01625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1285128" y="2231491"/>
            <a:ext cx="1422400" cy="1436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2A0C7BF-48CB-F9E9-5B1A-ECEBCDA34E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8714" y="2154572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F71EC5BC-34D4-60F0-600E-7071686686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58714" y="2573450"/>
            <a:ext cx="3060700" cy="5175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9" name="Media Placeholder 11">
            <a:extLst>
              <a:ext uri="{FF2B5EF4-FFF2-40B4-BE49-F238E27FC236}">
                <a16:creationId xmlns:a16="http://schemas.microsoft.com/office/drawing/2014/main" id="{61F04E0B-9D5F-9683-B76E-28307F067E61}"/>
              </a:ext>
            </a:extLst>
          </p:cNvPr>
          <p:cNvSpPr>
            <a:spLocks noGrp="1"/>
          </p:cNvSpPr>
          <p:nvPr>
            <p:ph type="media" sz="quarter" idx="16" hasCustomPrompt="1"/>
          </p:nvPr>
        </p:nvSpPr>
        <p:spPr>
          <a:xfrm>
            <a:off x="1285128" y="4394285"/>
            <a:ext cx="1422400" cy="1436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469735F4-21C1-3D43-947A-8ABB3B8B69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58714" y="4317366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B5764472-4FE6-B4C6-A1EF-9426AE9504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8714" y="4736244"/>
            <a:ext cx="3060700" cy="5175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2" name="Media Placeholder 11">
            <a:extLst>
              <a:ext uri="{FF2B5EF4-FFF2-40B4-BE49-F238E27FC236}">
                <a16:creationId xmlns:a16="http://schemas.microsoft.com/office/drawing/2014/main" id="{08897DAE-CF88-CCA5-94AE-967C96CF807F}"/>
              </a:ext>
            </a:extLst>
          </p:cNvPr>
          <p:cNvSpPr>
            <a:spLocks noGrp="1"/>
          </p:cNvSpPr>
          <p:nvPr>
            <p:ph type="media" sz="quarter" idx="19" hasCustomPrompt="1"/>
          </p:nvPr>
        </p:nvSpPr>
        <p:spPr>
          <a:xfrm>
            <a:off x="6465514" y="4394285"/>
            <a:ext cx="1422400" cy="1436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37BCF3EF-A676-ED2D-F6D9-0B8AC009E5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39100" y="4317366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3044D2D-4A57-C56D-DAB7-ECB3BF9F4C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39100" y="4736244"/>
            <a:ext cx="3060700" cy="5175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18542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P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8B3D4FC-F83A-164A-4C95-AC125907DC3B}"/>
              </a:ext>
            </a:extLst>
          </p:cNvPr>
          <p:cNvSpPr/>
          <p:nvPr userDrawn="1"/>
        </p:nvSpPr>
        <p:spPr>
          <a:xfrm>
            <a:off x="6447623" y="392361"/>
            <a:ext cx="5206655" cy="2963917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1F4BC0-DB2E-927C-44D3-8624C9827444}"/>
              </a:ext>
            </a:extLst>
          </p:cNvPr>
          <p:cNvSpPr/>
          <p:nvPr userDrawn="1"/>
        </p:nvSpPr>
        <p:spPr>
          <a:xfrm>
            <a:off x="1087120" y="392361"/>
            <a:ext cx="5206655" cy="2963917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0E947F-20CC-2A53-BB28-4ED3A151172A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457061-D855-DC9F-D128-4310CC8590D7}"/>
              </a:ext>
            </a:extLst>
          </p:cNvPr>
          <p:cNvSpPr/>
          <p:nvPr userDrawn="1"/>
        </p:nvSpPr>
        <p:spPr>
          <a:xfrm>
            <a:off x="6447623" y="3501721"/>
            <a:ext cx="5206655" cy="2963917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74455A-1D0E-C214-9017-650E78EC70B0}"/>
              </a:ext>
            </a:extLst>
          </p:cNvPr>
          <p:cNvSpPr/>
          <p:nvPr userDrawn="1"/>
        </p:nvSpPr>
        <p:spPr>
          <a:xfrm>
            <a:off x="1087119" y="3501722"/>
            <a:ext cx="5206655" cy="2963917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Media Placeholder 11">
            <a:extLst>
              <a:ext uri="{FF2B5EF4-FFF2-40B4-BE49-F238E27FC236}">
                <a16:creationId xmlns:a16="http://schemas.microsoft.com/office/drawing/2014/main" id="{64235EF6-0B73-E700-6DF7-D87560C5B391}"/>
              </a:ext>
            </a:extLst>
          </p:cNvPr>
          <p:cNvSpPr>
            <a:spLocks noGrp="1"/>
          </p:cNvSpPr>
          <p:nvPr>
            <p:ph type="media" sz="quarter" idx="16" hasCustomPrompt="1"/>
          </p:nvPr>
        </p:nvSpPr>
        <p:spPr>
          <a:xfrm>
            <a:off x="1285128" y="4104629"/>
            <a:ext cx="1562880" cy="15891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83A1EBD0-3225-911D-FE06-9053A008AC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9542" y="3852469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3C822661-BC55-D054-E63F-024DF05212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79542" y="4381670"/>
            <a:ext cx="3060700" cy="173373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9" name="Media Placeholder 11">
            <a:extLst>
              <a:ext uri="{FF2B5EF4-FFF2-40B4-BE49-F238E27FC236}">
                <a16:creationId xmlns:a16="http://schemas.microsoft.com/office/drawing/2014/main" id="{9C3C0B05-C222-9C9B-0844-8DAA5A28283B}"/>
              </a:ext>
            </a:extLst>
          </p:cNvPr>
          <p:cNvSpPr>
            <a:spLocks noGrp="1"/>
          </p:cNvSpPr>
          <p:nvPr>
            <p:ph type="media" sz="quarter" idx="19" hasCustomPrompt="1"/>
          </p:nvPr>
        </p:nvSpPr>
        <p:spPr>
          <a:xfrm>
            <a:off x="1285128" y="1050971"/>
            <a:ext cx="1562880" cy="15891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C9B99246-14FE-1B34-CA5F-137C6B2029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79542" y="798811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06964416-7004-5099-6E63-39EE1766DC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79542" y="1328012"/>
            <a:ext cx="3060700" cy="173373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32" name="Media Placeholder 11">
            <a:extLst>
              <a:ext uri="{FF2B5EF4-FFF2-40B4-BE49-F238E27FC236}">
                <a16:creationId xmlns:a16="http://schemas.microsoft.com/office/drawing/2014/main" id="{4C79CE1B-E0EB-22A7-48F7-11C28557119C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6623317" y="1050971"/>
            <a:ext cx="1562880" cy="15891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C5036558-DDF2-9F20-4417-7BEA2101F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17731" y="798811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6B263331-CDE4-1537-34B2-B2E521FD851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17731" y="1328012"/>
            <a:ext cx="3060700" cy="173373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35" name="Media Placeholder 11">
            <a:extLst>
              <a:ext uri="{FF2B5EF4-FFF2-40B4-BE49-F238E27FC236}">
                <a16:creationId xmlns:a16="http://schemas.microsoft.com/office/drawing/2014/main" id="{B477607A-28A1-BCF6-37A7-E30F60307BE0}"/>
              </a:ext>
            </a:extLst>
          </p:cNvPr>
          <p:cNvSpPr>
            <a:spLocks noGrp="1"/>
          </p:cNvSpPr>
          <p:nvPr>
            <p:ph type="media" sz="quarter" idx="25" hasCustomPrompt="1"/>
          </p:nvPr>
        </p:nvSpPr>
        <p:spPr>
          <a:xfrm>
            <a:off x="6623317" y="4104629"/>
            <a:ext cx="1562880" cy="15891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66A791B7-DACE-8A7B-7DF2-EE508F94FB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17731" y="3852469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93DEE8E7-B389-975F-5C9F-C88570E78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17731" y="4381670"/>
            <a:ext cx="3060700" cy="173373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47890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Pag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8B3D4FC-F83A-164A-4C95-AC125907DC3B}"/>
              </a:ext>
            </a:extLst>
          </p:cNvPr>
          <p:cNvSpPr/>
          <p:nvPr userDrawn="1"/>
        </p:nvSpPr>
        <p:spPr>
          <a:xfrm>
            <a:off x="6447623" y="392361"/>
            <a:ext cx="5206655" cy="2963917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1F4BC0-DB2E-927C-44D3-8624C9827444}"/>
              </a:ext>
            </a:extLst>
          </p:cNvPr>
          <p:cNvSpPr/>
          <p:nvPr userDrawn="1"/>
        </p:nvSpPr>
        <p:spPr>
          <a:xfrm>
            <a:off x="1087120" y="392361"/>
            <a:ext cx="5206655" cy="2963917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0E947F-20CC-2A53-BB28-4ED3A151172A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457061-D855-DC9F-D128-4310CC8590D7}"/>
              </a:ext>
            </a:extLst>
          </p:cNvPr>
          <p:cNvSpPr/>
          <p:nvPr userDrawn="1"/>
        </p:nvSpPr>
        <p:spPr>
          <a:xfrm>
            <a:off x="6447623" y="3501721"/>
            <a:ext cx="5206655" cy="2963917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74455A-1D0E-C214-9017-650E78EC70B0}"/>
              </a:ext>
            </a:extLst>
          </p:cNvPr>
          <p:cNvSpPr/>
          <p:nvPr userDrawn="1"/>
        </p:nvSpPr>
        <p:spPr>
          <a:xfrm>
            <a:off x="1087119" y="3501722"/>
            <a:ext cx="5206655" cy="2963917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Media Placeholder 11">
            <a:extLst>
              <a:ext uri="{FF2B5EF4-FFF2-40B4-BE49-F238E27FC236}">
                <a16:creationId xmlns:a16="http://schemas.microsoft.com/office/drawing/2014/main" id="{64235EF6-0B73-E700-6DF7-D87560C5B391}"/>
              </a:ext>
            </a:extLst>
          </p:cNvPr>
          <p:cNvSpPr>
            <a:spLocks noGrp="1"/>
          </p:cNvSpPr>
          <p:nvPr>
            <p:ph type="media" sz="quarter" idx="16" hasCustomPrompt="1"/>
          </p:nvPr>
        </p:nvSpPr>
        <p:spPr>
          <a:xfrm>
            <a:off x="1285128" y="4104629"/>
            <a:ext cx="1562880" cy="15891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83A1EBD0-3225-911D-FE06-9053A008AC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9542" y="3852469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3C822661-BC55-D054-E63F-024DF05212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79542" y="4381670"/>
            <a:ext cx="3060700" cy="173373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9" name="Media Placeholder 11">
            <a:extLst>
              <a:ext uri="{FF2B5EF4-FFF2-40B4-BE49-F238E27FC236}">
                <a16:creationId xmlns:a16="http://schemas.microsoft.com/office/drawing/2014/main" id="{9C3C0B05-C222-9C9B-0844-8DAA5A28283B}"/>
              </a:ext>
            </a:extLst>
          </p:cNvPr>
          <p:cNvSpPr>
            <a:spLocks noGrp="1"/>
          </p:cNvSpPr>
          <p:nvPr>
            <p:ph type="media" sz="quarter" idx="19" hasCustomPrompt="1"/>
          </p:nvPr>
        </p:nvSpPr>
        <p:spPr>
          <a:xfrm>
            <a:off x="1285128" y="1050971"/>
            <a:ext cx="1562880" cy="15891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C9B99246-14FE-1B34-CA5F-137C6B2029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79542" y="798811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06964416-7004-5099-6E63-39EE1766DC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79542" y="1328012"/>
            <a:ext cx="3060700" cy="173373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32" name="Media Placeholder 11">
            <a:extLst>
              <a:ext uri="{FF2B5EF4-FFF2-40B4-BE49-F238E27FC236}">
                <a16:creationId xmlns:a16="http://schemas.microsoft.com/office/drawing/2014/main" id="{4C79CE1B-E0EB-22A7-48F7-11C28557119C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6623317" y="1050971"/>
            <a:ext cx="1562880" cy="15891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C5036558-DDF2-9F20-4417-7BEA2101F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17731" y="798811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6B263331-CDE4-1537-34B2-B2E521FD851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17731" y="1328012"/>
            <a:ext cx="3060700" cy="173373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35" name="Media Placeholder 11">
            <a:extLst>
              <a:ext uri="{FF2B5EF4-FFF2-40B4-BE49-F238E27FC236}">
                <a16:creationId xmlns:a16="http://schemas.microsoft.com/office/drawing/2014/main" id="{B477607A-28A1-BCF6-37A7-E30F60307BE0}"/>
              </a:ext>
            </a:extLst>
          </p:cNvPr>
          <p:cNvSpPr>
            <a:spLocks noGrp="1"/>
          </p:cNvSpPr>
          <p:nvPr>
            <p:ph type="media" sz="quarter" idx="25" hasCustomPrompt="1"/>
          </p:nvPr>
        </p:nvSpPr>
        <p:spPr>
          <a:xfrm>
            <a:off x="6623317" y="4104629"/>
            <a:ext cx="1562880" cy="15891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66A791B7-DACE-8A7B-7DF2-EE508F94FB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17731" y="3852469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93DEE8E7-B389-975F-5C9F-C88570E78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17731" y="4381670"/>
            <a:ext cx="3060700" cy="173373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92782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Page Mi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8B3D4FC-F83A-164A-4C95-AC125907DC3B}"/>
              </a:ext>
            </a:extLst>
          </p:cNvPr>
          <p:cNvSpPr/>
          <p:nvPr userDrawn="1"/>
        </p:nvSpPr>
        <p:spPr>
          <a:xfrm>
            <a:off x="6447623" y="392361"/>
            <a:ext cx="5206655" cy="2963917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1F4BC0-DB2E-927C-44D3-8624C9827444}"/>
              </a:ext>
            </a:extLst>
          </p:cNvPr>
          <p:cNvSpPr/>
          <p:nvPr userDrawn="1"/>
        </p:nvSpPr>
        <p:spPr>
          <a:xfrm>
            <a:off x="1087120" y="392361"/>
            <a:ext cx="5206655" cy="2963917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0E947F-20CC-2A53-BB28-4ED3A151172A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457061-D855-DC9F-D128-4310CC8590D7}"/>
              </a:ext>
            </a:extLst>
          </p:cNvPr>
          <p:cNvSpPr/>
          <p:nvPr userDrawn="1"/>
        </p:nvSpPr>
        <p:spPr>
          <a:xfrm>
            <a:off x="6447623" y="3501721"/>
            <a:ext cx="5206655" cy="2963917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74455A-1D0E-C214-9017-650E78EC70B0}"/>
              </a:ext>
            </a:extLst>
          </p:cNvPr>
          <p:cNvSpPr/>
          <p:nvPr userDrawn="1"/>
        </p:nvSpPr>
        <p:spPr>
          <a:xfrm>
            <a:off x="1087119" y="3501722"/>
            <a:ext cx="5206655" cy="2963917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Media Placeholder 11">
            <a:extLst>
              <a:ext uri="{FF2B5EF4-FFF2-40B4-BE49-F238E27FC236}">
                <a16:creationId xmlns:a16="http://schemas.microsoft.com/office/drawing/2014/main" id="{64235EF6-0B73-E700-6DF7-D87560C5B391}"/>
              </a:ext>
            </a:extLst>
          </p:cNvPr>
          <p:cNvSpPr>
            <a:spLocks noGrp="1"/>
          </p:cNvSpPr>
          <p:nvPr>
            <p:ph type="media" sz="quarter" idx="16" hasCustomPrompt="1"/>
          </p:nvPr>
        </p:nvSpPr>
        <p:spPr>
          <a:xfrm>
            <a:off x="1285128" y="4104629"/>
            <a:ext cx="1562880" cy="15891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83A1EBD0-3225-911D-FE06-9053A008AC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79542" y="3852469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3C822661-BC55-D054-E63F-024DF05212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79542" y="4381670"/>
            <a:ext cx="3060700" cy="173373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9" name="Media Placeholder 11">
            <a:extLst>
              <a:ext uri="{FF2B5EF4-FFF2-40B4-BE49-F238E27FC236}">
                <a16:creationId xmlns:a16="http://schemas.microsoft.com/office/drawing/2014/main" id="{9C3C0B05-C222-9C9B-0844-8DAA5A28283B}"/>
              </a:ext>
            </a:extLst>
          </p:cNvPr>
          <p:cNvSpPr>
            <a:spLocks noGrp="1"/>
          </p:cNvSpPr>
          <p:nvPr>
            <p:ph type="media" sz="quarter" idx="19" hasCustomPrompt="1"/>
          </p:nvPr>
        </p:nvSpPr>
        <p:spPr>
          <a:xfrm>
            <a:off x="1285128" y="1050971"/>
            <a:ext cx="1562880" cy="15891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C9B99246-14FE-1B34-CA5F-137C6B2029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79542" y="798811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06964416-7004-5099-6E63-39EE1766DC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79542" y="1328012"/>
            <a:ext cx="3060700" cy="173373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32" name="Media Placeholder 11">
            <a:extLst>
              <a:ext uri="{FF2B5EF4-FFF2-40B4-BE49-F238E27FC236}">
                <a16:creationId xmlns:a16="http://schemas.microsoft.com/office/drawing/2014/main" id="{4C79CE1B-E0EB-22A7-48F7-11C28557119C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6623317" y="1050971"/>
            <a:ext cx="1562880" cy="15891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C5036558-DDF2-9F20-4417-7BEA2101F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17731" y="798811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6B263331-CDE4-1537-34B2-B2E521FD851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17731" y="1328012"/>
            <a:ext cx="3060700" cy="173373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35" name="Media Placeholder 11">
            <a:extLst>
              <a:ext uri="{FF2B5EF4-FFF2-40B4-BE49-F238E27FC236}">
                <a16:creationId xmlns:a16="http://schemas.microsoft.com/office/drawing/2014/main" id="{B477607A-28A1-BCF6-37A7-E30F60307BE0}"/>
              </a:ext>
            </a:extLst>
          </p:cNvPr>
          <p:cNvSpPr>
            <a:spLocks noGrp="1"/>
          </p:cNvSpPr>
          <p:nvPr>
            <p:ph type="media" sz="quarter" idx="25" hasCustomPrompt="1"/>
          </p:nvPr>
        </p:nvSpPr>
        <p:spPr>
          <a:xfrm>
            <a:off x="6623317" y="4104629"/>
            <a:ext cx="1562880" cy="158913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66A791B7-DACE-8A7B-7DF2-EE508F94FB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17731" y="3852469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93DEE8E7-B389-975F-5C9F-C88570E78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17731" y="4381670"/>
            <a:ext cx="3060700" cy="173373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47056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Icon P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1F4BC0-DB2E-927C-44D3-8624C9827444}"/>
              </a:ext>
            </a:extLst>
          </p:cNvPr>
          <p:cNvSpPr/>
          <p:nvPr userDrawn="1"/>
        </p:nvSpPr>
        <p:spPr>
          <a:xfrm>
            <a:off x="1087120" y="914672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0E947F-20CC-2A53-BB28-4ED3A151172A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Media Placeholder 11">
            <a:extLst>
              <a:ext uri="{FF2B5EF4-FFF2-40B4-BE49-F238E27FC236}">
                <a16:creationId xmlns:a16="http://schemas.microsoft.com/office/drawing/2014/main" id="{9C3C0B05-C222-9C9B-0844-8DAA5A28283B}"/>
              </a:ext>
            </a:extLst>
          </p:cNvPr>
          <p:cNvSpPr>
            <a:spLocks noGrp="1"/>
          </p:cNvSpPr>
          <p:nvPr>
            <p:ph type="media" sz="quarter" idx="19" hasCustomPrompt="1"/>
          </p:nvPr>
        </p:nvSpPr>
        <p:spPr>
          <a:xfrm>
            <a:off x="1285128" y="1066313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C9B99246-14FE-1B34-CA5F-137C6B2029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11919" y="1066313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06964416-7004-5099-6E63-39EE1766DC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11919" y="1595470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9B6A87-A15F-9DB8-76FF-55817D527FB5}"/>
              </a:ext>
            </a:extLst>
          </p:cNvPr>
          <p:cNvSpPr/>
          <p:nvPr userDrawn="1"/>
        </p:nvSpPr>
        <p:spPr>
          <a:xfrm>
            <a:off x="1087120" y="2515639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Media Placeholder 11">
            <a:extLst>
              <a:ext uri="{FF2B5EF4-FFF2-40B4-BE49-F238E27FC236}">
                <a16:creationId xmlns:a16="http://schemas.microsoft.com/office/drawing/2014/main" id="{BC257FE6-83ED-0D91-AB56-0C59E3DAAF52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1285128" y="2676989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8C759532-91EA-DEBD-6F16-D90FF222A30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11919" y="2676989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A151666-D4F3-3DDF-1B38-1DB5B2DC25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11919" y="3206146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BEFCBB-6F53-3221-F533-7DCF3EAAFC77}"/>
              </a:ext>
            </a:extLst>
          </p:cNvPr>
          <p:cNvSpPr/>
          <p:nvPr userDrawn="1"/>
        </p:nvSpPr>
        <p:spPr>
          <a:xfrm>
            <a:off x="1087120" y="4147408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Media Placeholder 11">
            <a:extLst>
              <a:ext uri="{FF2B5EF4-FFF2-40B4-BE49-F238E27FC236}">
                <a16:creationId xmlns:a16="http://schemas.microsoft.com/office/drawing/2014/main" id="{CCB48F50-1222-60D5-E397-634280A1C8A6}"/>
              </a:ext>
            </a:extLst>
          </p:cNvPr>
          <p:cNvSpPr>
            <a:spLocks noGrp="1"/>
          </p:cNvSpPr>
          <p:nvPr>
            <p:ph type="media" sz="quarter" idx="25" hasCustomPrompt="1"/>
          </p:nvPr>
        </p:nvSpPr>
        <p:spPr>
          <a:xfrm>
            <a:off x="1285128" y="4308758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2DDF5E2-B7C5-DD3A-D712-A3501FA821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1919" y="4308758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5D27EA86-37F2-40D6-64C3-3A71858471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11919" y="4837915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2D9273-39C5-597E-6E59-B434D876ABEC}"/>
              </a:ext>
            </a:extLst>
          </p:cNvPr>
          <p:cNvSpPr/>
          <p:nvPr userDrawn="1"/>
        </p:nvSpPr>
        <p:spPr>
          <a:xfrm>
            <a:off x="6435525" y="914672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Media Placeholder 11">
            <a:extLst>
              <a:ext uri="{FF2B5EF4-FFF2-40B4-BE49-F238E27FC236}">
                <a16:creationId xmlns:a16="http://schemas.microsoft.com/office/drawing/2014/main" id="{7DF03452-E094-AFC3-7924-0EEBE11206E8}"/>
              </a:ext>
            </a:extLst>
          </p:cNvPr>
          <p:cNvSpPr>
            <a:spLocks noGrp="1"/>
          </p:cNvSpPr>
          <p:nvPr>
            <p:ph type="media" sz="quarter" idx="31" hasCustomPrompt="1"/>
          </p:nvPr>
        </p:nvSpPr>
        <p:spPr>
          <a:xfrm>
            <a:off x="6633533" y="1066313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047A5CCF-9703-0CBA-31DC-EB84193780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60324" y="1066313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95F9482F-C3AA-2688-F878-C209854F41B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60324" y="1595470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612CB1-267B-F7A2-3745-6881ACD597D6}"/>
              </a:ext>
            </a:extLst>
          </p:cNvPr>
          <p:cNvSpPr/>
          <p:nvPr userDrawn="1"/>
        </p:nvSpPr>
        <p:spPr>
          <a:xfrm>
            <a:off x="6435525" y="2525348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Media Placeholder 11">
            <a:extLst>
              <a:ext uri="{FF2B5EF4-FFF2-40B4-BE49-F238E27FC236}">
                <a16:creationId xmlns:a16="http://schemas.microsoft.com/office/drawing/2014/main" id="{9E1CCCF6-E3F1-7AC5-5708-E6A4191FBC30}"/>
              </a:ext>
            </a:extLst>
          </p:cNvPr>
          <p:cNvSpPr>
            <a:spLocks noGrp="1"/>
          </p:cNvSpPr>
          <p:nvPr>
            <p:ph type="media" sz="quarter" idx="34" hasCustomPrompt="1"/>
          </p:nvPr>
        </p:nvSpPr>
        <p:spPr>
          <a:xfrm>
            <a:off x="6633533" y="2676989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04EB1C4C-8670-D8D4-A3F4-1A87A9D5A6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60324" y="2676989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21FF3994-01D9-6B50-D476-4D59D06417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60324" y="3206146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AB187F-8F30-1C5E-3390-14B9CA8B5785}"/>
              </a:ext>
            </a:extLst>
          </p:cNvPr>
          <p:cNvSpPr/>
          <p:nvPr userDrawn="1"/>
        </p:nvSpPr>
        <p:spPr>
          <a:xfrm>
            <a:off x="6435525" y="4157117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Media Placeholder 11">
            <a:extLst>
              <a:ext uri="{FF2B5EF4-FFF2-40B4-BE49-F238E27FC236}">
                <a16:creationId xmlns:a16="http://schemas.microsoft.com/office/drawing/2014/main" id="{52CBC0F7-41CD-7276-430C-D8AE4477D1E9}"/>
              </a:ext>
            </a:extLst>
          </p:cNvPr>
          <p:cNvSpPr>
            <a:spLocks noGrp="1"/>
          </p:cNvSpPr>
          <p:nvPr>
            <p:ph type="media" sz="quarter" idx="37" hasCustomPrompt="1"/>
          </p:nvPr>
        </p:nvSpPr>
        <p:spPr>
          <a:xfrm>
            <a:off x="6633533" y="4308758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D3F80796-ADA2-6B91-606C-8105754DFC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60324" y="4308758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7FEAE47C-BE47-9A73-E22E-3DFBCF7BED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60324" y="4837915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8667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Icon Pag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1F4BC0-DB2E-927C-44D3-8624C9827444}"/>
              </a:ext>
            </a:extLst>
          </p:cNvPr>
          <p:cNvSpPr/>
          <p:nvPr userDrawn="1"/>
        </p:nvSpPr>
        <p:spPr>
          <a:xfrm>
            <a:off x="1087120" y="914672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0E947F-20CC-2A53-BB28-4ED3A151172A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Media Placeholder 11">
            <a:extLst>
              <a:ext uri="{FF2B5EF4-FFF2-40B4-BE49-F238E27FC236}">
                <a16:creationId xmlns:a16="http://schemas.microsoft.com/office/drawing/2014/main" id="{9C3C0B05-C222-9C9B-0844-8DAA5A28283B}"/>
              </a:ext>
            </a:extLst>
          </p:cNvPr>
          <p:cNvSpPr>
            <a:spLocks noGrp="1"/>
          </p:cNvSpPr>
          <p:nvPr>
            <p:ph type="media" sz="quarter" idx="19" hasCustomPrompt="1"/>
          </p:nvPr>
        </p:nvSpPr>
        <p:spPr>
          <a:xfrm>
            <a:off x="1285128" y="1066313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C9B99246-14FE-1B34-CA5F-137C6B2029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11919" y="1066313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06964416-7004-5099-6E63-39EE1766DC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11919" y="1595470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9B6A87-A15F-9DB8-76FF-55817D527FB5}"/>
              </a:ext>
            </a:extLst>
          </p:cNvPr>
          <p:cNvSpPr/>
          <p:nvPr userDrawn="1"/>
        </p:nvSpPr>
        <p:spPr>
          <a:xfrm>
            <a:off x="1087120" y="2515639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Media Placeholder 11">
            <a:extLst>
              <a:ext uri="{FF2B5EF4-FFF2-40B4-BE49-F238E27FC236}">
                <a16:creationId xmlns:a16="http://schemas.microsoft.com/office/drawing/2014/main" id="{BC257FE6-83ED-0D91-AB56-0C59E3DAAF52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1285128" y="2676989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8C759532-91EA-DEBD-6F16-D90FF222A30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11919" y="2676989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A151666-D4F3-3DDF-1B38-1DB5B2DC25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11919" y="3206146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BEFCBB-6F53-3221-F533-7DCF3EAAFC77}"/>
              </a:ext>
            </a:extLst>
          </p:cNvPr>
          <p:cNvSpPr/>
          <p:nvPr userDrawn="1"/>
        </p:nvSpPr>
        <p:spPr>
          <a:xfrm>
            <a:off x="1087120" y="4147408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Media Placeholder 11">
            <a:extLst>
              <a:ext uri="{FF2B5EF4-FFF2-40B4-BE49-F238E27FC236}">
                <a16:creationId xmlns:a16="http://schemas.microsoft.com/office/drawing/2014/main" id="{CCB48F50-1222-60D5-E397-634280A1C8A6}"/>
              </a:ext>
            </a:extLst>
          </p:cNvPr>
          <p:cNvSpPr>
            <a:spLocks noGrp="1"/>
          </p:cNvSpPr>
          <p:nvPr>
            <p:ph type="media" sz="quarter" idx="25" hasCustomPrompt="1"/>
          </p:nvPr>
        </p:nvSpPr>
        <p:spPr>
          <a:xfrm>
            <a:off x="1285128" y="4308758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2DDF5E2-B7C5-DD3A-D712-A3501FA821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1919" y="4308758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5D27EA86-37F2-40D6-64C3-3A71858471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11919" y="4837915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2D9273-39C5-597E-6E59-B434D876ABEC}"/>
              </a:ext>
            </a:extLst>
          </p:cNvPr>
          <p:cNvSpPr/>
          <p:nvPr userDrawn="1"/>
        </p:nvSpPr>
        <p:spPr>
          <a:xfrm>
            <a:off x="6435525" y="914672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Media Placeholder 11">
            <a:extLst>
              <a:ext uri="{FF2B5EF4-FFF2-40B4-BE49-F238E27FC236}">
                <a16:creationId xmlns:a16="http://schemas.microsoft.com/office/drawing/2014/main" id="{7DF03452-E094-AFC3-7924-0EEBE11206E8}"/>
              </a:ext>
            </a:extLst>
          </p:cNvPr>
          <p:cNvSpPr>
            <a:spLocks noGrp="1"/>
          </p:cNvSpPr>
          <p:nvPr>
            <p:ph type="media" sz="quarter" idx="31" hasCustomPrompt="1"/>
          </p:nvPr>
        </p:nvSpPr>
        <p:spPr>
          <a:xfrm>
            <a:off x="6633533" y="1066313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047A5CCF-9703-0CBA-31DC-EB84193780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60324" y="1066313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95F9482F-C3AA-2688-F878-C209854F41B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60324" y="1595470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612CB1-267B-F7A2-3745-6881ACD597D6}"/>
              </a:ext>
            </a:extLst>
          </p:cNvPr>
          <p:cNvSpPr/>
          <p:nvPr userDrawn="1"/>
        </p:nvSpPr>
        <p:spPr>
          <a:xfrm>
            <a:off x="6435525" y="2525348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Media Placeholder 11">
            <a:extLst>
              <a:ext uri="{FF2B5EF4-FFF2-40B4-BE49-F238E27FC236}">
                <a16:creationId xmlns:a16="http://schemas.microsoft.com/office/drawing/2014/main" id="{9E1CCCF6-E3F1-7AC5-5708-E6A4191FBC30}"/>
              </a:ext>
            </a:extLst>
          </p:cNvPr>
          <p:cNvSpPr>
            <a:spLocks noGrp="1"/>
          </p:cNvSpPr>
          <p:nvPr>
            <p:ph type="media" sz="quarter" idx="34" hasCustomPrompt="1"/>
          </p:nvPr>
        </p:nvSpPr>
        <p:spPr>
          <a:xfrm>
            <a:off x="6633533" y="2676989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04EB1C4C-8670-D8D4-A3F4-1A87A9D5A6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60324" y="2676989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21FF3994-01D9-6B50-D476-4D59D06417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60324" y="3206146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AB187F-8F30-1C5E-3390-14B9CA8B5785}"/>
              </a:ext>
            </a:extLst>
          </p:cNvPr>
          <p:cNvSpPr/>
          <p:nvPr userDrawn="1"/>
        </p:nvSpPr>
        <p:spPr>
          <a:xfrm>
            <a:off x="6435525" y="4157117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Media Placeholder 11">
            <a:extLst>
              <a:ext uri="{FF2B5EF4-FFF2-40B4-BE49-F238E27FC236}">
                <a16:creationId xmlns:a16="http://schemas.microsoft.com/office/drawing/2014/main" id="{52CBC0F7-41CD-7276-430C-D8AE4477D1E9}"/>
              </a:ext>
            </a:extLst>
          </p:cNvPr>
          <p:cNvSpPr>
            <a:spLocks noGrp="1"/>
          </p:cNvSpPr>
          <p:nvPr>
            <p:ph type="media" sz="quarter" idx="37" hasCustomPrompt="1"/>
          </p:nvPr>
        </p:nvSpPr>
        <p:spPr>
          <a:xfrm>
            <a:off x="6633533" y="4308758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D3F80796-ADA2-6B91-606C-8105754DFC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60324" y="4308758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7FEAE47C-BE47-9A73-E22E-3DFBCF7BED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60324" y="4837915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7683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Icon Page Mi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1F4BC0-DB2E-927C-44D3-8624C9827444}"/>
              </a:ext>
            </a:extLst>
          </p:cNvPr>
          <p:cNvSpPr/>
          <p:nvPr userDrawn="1"/>
        </p:nvSpPr>
        <p:spPr>
          <a:xfrm>
            <a:off x="1087120" y="914672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0E947F-20CC-2A53-BB28-4ED3A151172A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Media Placeholder 11">
            <a:extLst>
              <a:ext uri="{FF2B5EF4-FFF2-40B4-BE49-F238E27FC236}">
                <a16:creationId xmlns:a16="http://schemas.microsoft.com/office/drawing/2014/main" id="{9C3C0B05-C222-9C9B-0844-8DAA5A28283B}"/>
              </a:ext>
            </a:extLst>
          </p:cNvPr>
          <p:cNvSpPr>
            <a:spLocks noGrp="1"/>
          </p:cNvSpPr>
          <p:nvPr>
            <p:ph type="media" sz="quarter" idx="19" hasCustomPrompt="1"/>
          </p:nvPr>
        </p:nvSpPr>
        <p:spPr>
          <a:xfrm>
            <a:off x="1285128" y="1066313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C9B99246-14FE-1B34-CA5F-137C6B2029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11919" y="1066313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06964416-7004-5099-6E63-39EE1766DC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11919" y="1595470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9B6A87-A15F-9DB8-76FF-55817D527FB5}"/>
              </a:ext>
            </a:extLst>
          </p:cNvPr>
          <p:cNvSpPr/>
          <p:nvPr userDrawn="1"/>
        </p:nvSpPr>
        <p:spPr>
          <a:xfrm>
            <a:off x="1087120" y="2515639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Media Placeholder 11">
            <a:extLst>
              <a:ext uri="{FF2B5EF4-FFF2-40B4-BE49-F238E27FC236}">
                <a16:creationId xmlns:a16="http://schemas.microsoft.com/office/drawing/2014/main" id="{BC257FE6-83ED-0D91-AB56-0C59E3DAAF52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1285128" y="2676989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8C759532-91EA-DEBD-6F16-D90FF222A30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11919" y="2676989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A151666-D4F3-3DDF-1B38-1DB5B2DC25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11919" y="3206146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BEFCBB-6F53-3221-F533-7DCF3EAAFC77}"/>
              </a:ext>
            </a:extLst>
          </p:cNvPr>
          <p:cNvSpPr/>
          <p:nvPr userDrawn="1"/>
        </p:nvSpPr>
        <p:spPr>
          <a:xfrm>
            <a:off x="1087120" y="4147408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Media Placeholder 11">
            <a:extLst>
              <a:ext uri="{FF2B5EF4-FFF2-40B4-BE49-F238E27FC236}">
                <a16:creationId xmlns:a16="http://schemas.microsoft.com/office/drawing/2014/main" id="{CCB48F50-1222-60D5-E397-634280A1C8A6}"/>
              </a:ext>
            </a:extLst>
          </p:cNvPr>
          <p:cNvSpPr>
            <a:spLocks noGrp="1"/>
          </p:cNvSpPr>
          <p:nvPr>
            <p:ph type="media" sz="quarter" idx="25" hasCustomPrompt="1"/>
          </p:nvPr>
        </p:nvSpPr>
        <p:spPr>
          <a:xfrm>
            <a:off x="1285128" y="4308758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2DDF5E2-B7C5-DD3A-D712-A3501FA821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1919" y="4308758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5D27EA86-37F2-40D6-64C3-3A71858471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11919" y="4837915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2D9273-39C5-597E-6E59-B434D876ABEC}"/>
              </a:ext>
            </a:extLst>
          </p:cNvPr>
          <p:cNvSpPr/>
          <p:nvPr userDrawn="1"/>
        </p:nvSpPr>
        <p:spPr>
          <a:xfrm>
            <a:off x="6435525" y="914672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Media Placeholder 11">
            <a:extLst>
              <a:ext uri="{FF2B5EF4-FFF2-40B4-BE49-F238E27FC236}">
                <a16:creationId xmlns:a16="http://schemas.microsoft.com/office/drawing/2014/main" id="{7DF03452-E094-AFC3-7924-0EEBE11206E8}"/>
              </a:ext>
            </a:extLst>
          </p:cNvPr>
          <p:cNvSpPr>
            <a:spLocks noGrp="1"/>
          </p:cNvSpPr>
          <p:nvPr>
            <p:ph type="media" sz="quarter" idx="31" hasCustomPrompt="1"/>
          </p:nvPr>
        </p:nvSpPr>
        <p:spPr>
          <a:xfrm>
            <a:off x="6633533" y="1066313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047A5CCF-9703-0CBA-31DC-EB84193780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60324" y="1066313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95F9482F-C3AA-2688-F878-C209854F41B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60324" y="1595470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612CB1-267B-F7A2-3745-6881ACD597D6}"/>
              </a:ext>
            </a:extLst>
          </p:cNvPr>
          <p:cNvSpPr/>
          <p:nvPr userDrawn="1"/>
        </p:nvSpPr>
        <p:spPr>
          <a:xfrm>
            <a:off x="6435525" y="2525348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Media Placeholder 11">
            <a:extLst>
              <a:ext uri="{FF2B5EF4-FFF2-40B4-BE49-F238E27FC236}">
                <a16:creationId xmlns:a16="http://schemas.microsoft.com/office/drawing/2014/main" id="{9E1CCCF6-E3F1-7AC5-5708-E6A4191FBC30}"/>
              </a:ext>
            </a:extLst>
          </p:cNvPr>
          <p:cNvSpPr>
            <a:spLocks noGrp="1"/>
          </p:cNvSpPr>
          <p:nvPr>
            <p:ph type="media" sz="quarter" idx="34" hasCustomPrompt="1"/>
          </p:nvPr>
        </p:nvSpPr>
        <p:spPr>
          <a:xfrm>
            <a:off x="6633533" y="2676989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04EB1C4C-8670-D8D4-A3F4-1A87A9D5A6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60324" y="2676989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21FF3994-01D9-6B50-D476-4D59D06417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60324" y="3206146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AB187F-8F30-1C5E-3390-14B9CA8B5785}"/>
              </a:ext>
            </a:extLst>
          </p:cNvPr>
          <p:cNvSpPr/>
          <p:nvPr userDrawn="1"/>
        </p:nvSpPr>
        <p:spPr>
          <a:xfrm>
            <a:off x="6435525" y="4157117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Media Placeholder 11">
            <a:extLst>
              <a:ext uri="{FF2B5EF4-FFF2-40B4-BE49-F238E27FC236}">
                <a16:creationId xmlns:a16="http://schemas.microsoft.com/office/drawing/2014/main" id="{52CBC0F7-41CD-7276-430C-D8AE4477D1E9}"/>
              </a:ext>
            </a:extLst>
          </p:cNvPr>
          <p:cNvSpPr>
            <a:spLocks noGrp="1"/>
          </p:cNvSpPr>
          <p:nvPr>
            <p:ph type="media" sz="quarter" idx="37" hasCustomPrompt="1"/>
          </p:nvPr>
        </p:nvSpPr>
        <p:spPr>
          <a:xfrm>
            <a:off x="6633533" y="4308758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D3F80796-ADA2-6B91-606C-8105754DFC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60324" y="4308758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7FEAE47C-BE47-9A73-E22E-3DFBCF7BED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60324" y="4837915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623583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and Text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0E947F-20CC-2A53-BB28-4ED3A151172A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2D9273-39C5-597E-6E59-B434D876ABEC}"/>
              </a:ext>
            </a:extLst>
          </p:cNvPr>
          <p:cNvSpPr/>
          <p:nvPr userDrawn="1"/>
        </p:nvSpPr>
        <p:spPr>
          <a:xfrm>
            <a:off x="6435525" y="243341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Media Placeholder 11">
            <a:extLst>
              <a:ext uri="{FF2B5EF4-FFF2-40B4-BE49-F238E27FC236}">
                <a16:creationId xmlns:a16="http://schemas.microsoft.com/office/drawing/2014/main" id="{7DF03452-E094-AFC3-7924-0EEBE11206E8}"/>
              </a:ext>
            </a:extLst>
          </p:cNvPr>
          <p:cNvSpPr>
            <a:spLocks noGrp="1"/>
          </p:cNvSpPr>
          <p:nvPr>
            <p:ph type="media" sz="quarter" idx="31" hasCustomPrompt="1"/>
          </p:nvPr>
        </p:nvSpPr>
        <p:spPr>
          <a:xfrm>
            <a:off x="6633533" y="394982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047A5CCF-9703-0CBA-31DC-EB84193780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60324" y="394982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95F9482F-C3AA-2688-F878-C209854F41B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60324" y="924139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612CB1-267B-F7A2-3745-6881ACD597D6}"/>
              </a:ext>
            </a:extLst>
          </p:cNvPr>
          <p:cNvSpPr/>
          <p:nvPr userDrawn="1"/>
        </p:nvSpPr>
        <p:spPr>
          <a:xfrm>
            <a:off x="6435525" y="1854017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Media Placeholder 11">
            <a:extLst>
              <a:ext uri="{FF2B5EF4-FFF2-40B4-BE49-F238E27FC236}">
                <a16:creationId xmlns:a16="http://schemas.microsoft.com/office/drawing/2014/main" id="{9E1CCCF6-E3F1-7AC5-5708-E6A4191FBC30}"/>
              </a:ext>
            </a:extLst>
          </p:cNvPr>
          <p:cNvSpPr>
            <a:spLocks noGrp="1"/>
          </p:cNvSpPr>
          <p:nvPr>
            <p:ph type="media" sz="quarter" idx="34" hasCustomPrompt="1"/>
          </p:nvPr>
        </p:nvSpPr>
        <p:spPr>
          <a:xfrm>
            <a:off x="6633533" y="2005658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04EB1C4C-8670-D8D4-A3F4-1A87A9D5A6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60324" y="2005658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21FF3994-01D9-6B50-D476-4D59D06417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60324" y="2534815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AB187F-8F30-1C5E-3390-14B9CA8B5785}"/>
              </a:ext>
            </a:extLst>
          </p:cNvPr>
          <p:cNvSpPr/>
          <p:nvPr userDrawn="1"/>
        </p:nvSpPr>
        <p:spPr>
          <a:xfrm>
            <a:off x="6435525" y="3485786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Media Placeholder 11">
            <a:extLst>
              <a:ext uri="{FF2B5EF4-FFF2-40B4-BE49-F238E27FC236}">
                <a16:creationId xmlns:a16="http://schemas.microsoft.com/office/drawing/2014/main" id="{52CBC0F7-41CD-7276-430C-D8AE4477D1E9}"/>
              </a:ext>
            </a:extLst>
          </p:cNvPr>
          <p:cNvSpPr>
            <a:spLocks noGrp="1"/>
          </p:cNvSpPr>
          <p:nvPr>
            <p:ph type="media" sz="quarter" idx="37" hasCustomPrompt="1"/>
          </p:nvPr>
        </p:nvSpPr>
        <p:spPr>
          <a:xfrm>
            <a:off x="6633533" y="3637427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D3F80796-ADA2-6B91-606C-8105754DFC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60324" y="3637427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7FEAE47C-BE47-9A73-E22E-3DFBCF7BED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60324" y="4166584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251CF3C-BA0E-BDE3-1D0D-CFC8E519A5DF}"/>
              </a:ext>
            </a:extLst>
          </p:cNvPr>
          <p:cNvSpPr/>
          <p:nvPr userDrawn="1"/>
        </p:nvSpPr>
        <p:spPr>
          <a:xfrm>
            <a:off x="6435525" y="5116184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Media Placeholder 11">
            <a:extLst>
              <a:ext uri="{FF2B5EF4-FFF2-40B4-BE49-F238E27FC236}">
                <a16:creationId xmlns:a16="http://schemas.microsoft.com/office/drawing/2014/main" id="{1E582C8D-0903-F54A-9D1E-BF1BDB7D616A}"/>
              </a:ext>
            </a:extLst>
          </p:cNvPr>
          <p:cNvSpPr>
            <a:spLocks noGrp="1"/>
          </p:cNvSpPr>
          <p:nvPr>
            <p:ph type="media" sz="quarter" idx="40" hasCustomPrompt="1"/>
          </p:nvPr>
        </p:nvSpPr>
        <p:spPr>
          <a:xfrm>
            <a:off x="6633533" y="5267825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5" name="Text Placeholder 13">
            <a:extLst>
              <a:ext uri="{FF2B5EF4-FFF2-40B4-BE49-F238E27FC236}">
                <a16:creationId xmlns:a16="http://schemas.microsoft.com/office/drawing/2014/main" id="{A3B151E9-5835-D3EB-936E-DF14EE5106B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60324" y="5267825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46" name="Text Placeholder 13">
            <a:extLst>
              <a:ext uri="{FF2B5EF4-FFF2-40B4-BE49-F238E27FC236}">
                <a16:creationId xmlns:a16="http://schemas.microsoft.com/office/drawing/2014/main" id="{43F01805-E2E0-D572-7ED4-7394021386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60324" y="5796982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E53B68E-3D93-3D0A-8780-5D0D41434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1" y="832140"/>
            <a:ext cx="4663854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09FCA16-4548-39F9-FC39-EEB46E070B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9" y="1920153"/>
            <a:ext cx="4662688" cy="41057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3422281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and Tex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0E947F-20CC-2A53-BB28-4ED3A151172A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rgbClr val="4D4D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2D9273-39C5-597E-6E59-B434D876ABEC}"/>
              </a:ext>
            </a:extLst>
          </p:cNvPr>
          <p:cNvSpPr/>
          <p:nvPr userDrawn="1"/>
        </p:nvSpPr>
        <p:spPr>
          <a:xfrm>
            <a:off x="6435525" y="243341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Media Placeholder 11">
            <a:extLst>
              <a:ext uri="{FF2B5EF4-FFF2-40B4-BE49-F238E27FC236}">
                <a16:creationId xmlns:a16="http://schemas.microsoft.com/office/drawing/2014/main" id="{7DF03452-E094-AFC3-7924-0EEBE11206E8}"/>
              </a:ext>
            </a:extLst>
          </p:cNvPr>
          <p:cNvSpPr>
            <a:spLocks noGrp="1"/>
          </p:cNvSpPr>
          <p:nvPr>
            <p:ph type="media" sz="quarter" idx="31" hasCustomPrompt="1"/>
          </p:nvPr>
        </p:nvSpPr>
        <p:spPr>
          <a:xfrm>
            <a:off x="6633533" y="394982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047A5CCF-9703-0CBA-31DC-EB84193780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60324" y="394982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95F9482F-C3AA-2688-F878-C209854F41B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60324" y="924139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612CB1-267B-F7A2-3745-6881ACD597D6}"/>
              </a:ext>
            </a:extLst>
          </p:cNvPr>
          <p:cNvSpPr/>
          <p:nvPr userDrawn="1"/>
        </p:nvSpPr>
        <p:spPr>
          <a:xfrm>
            <a:off x="6435525" y="1854017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Media Placeholder 11">
            <a:extLst>
              <a:ext uri="{FF2B5EF4-FFF2-40B4-BE49-F238E27FC236}">
                <a16:creationId xmlns:a16="http://schemas.microsoft.com/office/drawing/2014/main" id="{9E1CCCF6-E3F1-7AC5-5708-E6A4191FBC30}"/>
              </a:ext>
            </a:extLst>
          </p:cNvPr>
          <p:cNvSpPr>
            <a:spLocks noGrp="1"/>
          </p:cNvSpPr>
          <p:nvPr>
            <p:ph type="media" sz="quarter" idx="34" hasCustomPrompt="1"/>
          </p:nvPr>
        </p:nvSpPr>
        <p:spPr>
          <a:xfrm>
            <a:off x="6633533" y="2005658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04EB1C4C-8670-D8D4-A3F4-1A87A9D5A6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60324" y="2005658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21FF3994-01D9-6B50-D476-4D59D06417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60324" y="2534815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AB187F-8F30-1C5E-3390-14B9CA8B5785}"/>
              </a:ext>
            </a:extLst>
          </p:cNvPr>
          <p:cNvSpPr/>
          <p:nvPr userDrawn="1"/>
        </p:nvSpPr>
        <p:spPr>
          <a:xfrm>
            <a:off x="6435525" y="3485786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Media Placeholder 11">
            <a:extLst>
              <a:ext uri="{FF2B5EF4-FFF2-40B4-BE49-F238E27FC236}">
                <a16:creationId xmlns:a16="http://schemas.microsoft.com/office/drawing/2014/main" id="{52CBC0F7-41CD-7276-430C-D8AE4477D1E9}"/>
              </a:ext>
            </a:extLst>
          </p:cNvPr>
          <p:cNvSpPr>
            <a:spLocks noGrp="1"/>
          </p:cNvSpPr>
          <p:nvPr>
            <p:ph type="media" sz="quarter" idx="37" hasCustomPrompt="1"/>
          </p:nvPr>
        </p:nvSpPr>
        <p:spPr>
          <a:xfrm>
            <a:off x="6633533" y="3637427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D3F80796-ADA2-6B91-606C-8105754DFC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60324" y="3637427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7FEAE47C-BE47-9A73-E22E-3DFBCF7BED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60324" y="4166584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251CF3C-BA0E-BDE3-1D0D-CFC8E519A5DF}"/>
              </a:ext>
            </a:extLst>
          </p:cNvPr>
          <p:cNvSpPr/>
          <p:nvPr userDrawn="1"/>
        </p:nvSpPr>
        <p:spPr>
          <a:xfrm>
            <a:off x="6435525" y="5116184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Media Placeholder 11">
            <a:extLst>
              <a:ext uri="{FF2B5EF4-FFF2-40B4-BE49-F238E27FC236}">
                <a16:creationId xmlns:a16="http://schemas.microsoft.com/office/drawing/2014/main" id="{1E582C8D-0903-F54A-9D1E-BF1BDB7D616A}"/>
              </a:ext>
            </a:extLst>
          </p:cNvPr>
          <p:cNvSpPr>
            <a:spLocks noGrp="1"/>
          </p:cNvSpPr>
          <p:nvPr>
            <p:ph type="media" sz="quarter" idx="40" hasCustomPrompt="1"/>
          </p:nvPr>
        </p:nvSpPr>
        <p:spPr>
          <a:xfrm>
            <a:off x="6633533" y="5267825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5" name="Text Placeholder 13">
            <a:extLst>
              <a:ext uri="{FF2B5EF4-FFF2-40B4-BE49-F238E27FC236}">
                <a16:creationId xmlns:a16="http://schemas.microsoft.com/office/drawing/2014/main" id="{A3B151E9-5835-D3EB-936E-DF14EE5106B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60324" y="5267825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46" name="Text Placeholder 13">
            <a:extLst>
              <a:ext uri="{FF2B5EF4-FFF2-40B4-BE49-F238E27FC236}">
                <a16:creationId xmlns:a16="http://schemas.microsoft.com/office/drawing/2014/main" id="{43F01805-E2E0-D572-7ED4-7394021386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60324" y="5796982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E53B68E-3D93-3D0A-8780-5D0D41434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1" y="832140"/>
            <a:ext cx="4663854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09FCA16-4548-39F9-FC39-EEB46E070B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9" y="1920153"/>
            <a:ext cx="4662688" cy="41057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8262596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and Text Mi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0E947F-20CC-2A53-BB28-4ED3A151172A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2D9273-39C5-597E-6E59-B434D876ABEC}"/>
              </a:ext>
            </a:extLst>
          </p:cNvPr>
          <p:cNvSpPr/>
          <p:nvPr userDrawn="1"/>
        </p:nvSpPr>
        <p:spPr>
          <a:xfrm>
            <a:off x="6435525" y="243341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Media Placeholder 11">
            <a:extLst>
              <a:ext uri="{FF2B5EF4-FFF2-40B4-BE49-F238E27FC236}">
                <a16:creationId xmlns:a16="http://schemas.microsoft.com/office/drawing/2014/main" id="{7DF03452-E094-AFC3-7924-0EEBE11206E8}"/>
              </a:ext>
            </a:extLst>
          </p:cNvPr>
          <p:cNvSpPr>
            <a:spLocks noGrp="1"/>
          </p:cNvSpPr>
          <p:nvPr>
            <p:ph type="media" sz="quarter" idx="31" hasCustomPrompt="1"/>
          </p:nvPr>
        </p:nvSpPr>
        <p:spPr>
          <a:xfrm>
            <a:off x="6633533" y="394982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047A5CCF-9703-0CBA-31DC-EB84193780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60324" y="394982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95F9482F-C3AA-2688-F878-C209854F41B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60324" y="924139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612CB1-267B-F7A2-3745-6881ACD597D6}"/>
              </a:ext>
            </a:extLst>
          </p:cNvPr>
          <p:cNvSpPr/>
          <p:nvPr userDrawn="1"/>
        </p:nvSpPr>
        <p:spPr>
          <a:xfrm>
            <a:off x="6435525" y="1854017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Media Placeholder 11">
            <a:extLst>
              <a:ext uri="{FF2B5EF4-FFF2-40B4-BE49-F238E27FC236}">
                <a16:creationId xmlns:a16="http://schemas.microsoft.com/office/drawing/2014/main" id="{9E1CCCF6-E3F1-7AC5-5708-E6A4191FBC30}"/>
              </a:ext>
            </a:extLst>
          </p:cNvPr>
          <p:cNvSpPr>
            <a:spLocks noGrp="1"/>
          </p:cNvSpPr>
          <p:nvPr>
            <p:ph type="media" sz="quarter" idx="34" hasCustomPrompt="1"/>
          </p:nvPr>
        </p:nvSpPr>
        <p:spPr>
          <a:xfrm>
            <a:off x="6633533" y="2005658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04EB1C4C-8670-D8D4-A3F4-1A87A9D5A6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60324" y="2005658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21FF3994-01D9-6B50-D476-4D59D06417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60324" y="2534815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AB187F-8F30-1C5E-3390-14B9CA8B5785}"/>
              </a:ext>
            </a:extLst>
          </p:cNvPr>
          <p:cNvSpPr/>
          <p:nvPr userDrawn="1"/>
        </p:nvSpPr>
        <p:spPr>
          <a:xfrm>
            <a:off x="6435525" y="3485786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Media Placeholder 11">
            <a:extLst>
              <a:ext uri="{FF2B5EF4-FFF2-40B4-BE49-F238E27FC236}">
                <a16:creationId xmlns:a16="http://schemas.microsoft.com/office/drawing/2014/main" id="{52CBC0F7-41CD-7276-430C-D8AE4477D1E9}"/>
              </a:ext>
            </a:extLst>
          </p:cNvPr>
          <p:cNvSpPr>
            <a:spLocks noGrp="1"/>
          </p:cNvSpPr>
          <p:nvPr>
            <p:ph type="media" sz="quarter" idx="37" hasCustomPrompt="1"/>
          </p:nvPr>
        </p:nvSpPr>
        <p:spPr>
          <a:xfrm>
            <a:off x="6633533" y="3637427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D3F80796-ADA2-6B91-606C-8105754DFC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60324" y="3637427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7FEAE47C-BE47-9A73-E22E-3DFBCF7BED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60324" y="4166584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251CF3C-BA0E-BDE3-1D0D-CFC8E519A5DF}"/>
              </a:ext>
            </a:extLst>
          </p:cNvPr>
          <p:cNvSpPr/>
          <p:nvPr userDrawn="1"/>
        </p:nvSpPr>
        <p:spPr>
          <a:xfrm>
            <a:off x="6435525" y="5116184"/>
            <a:ext cx="5206655" cy="1510330"/>
          </a:xfrm>
          <a:prstGeom prst="rect">
            <a:avLst/>
          </a:prstGeom>
          <a:solidFill>
            <a:schemeClr val="bg2"/>
          </a:solidFill>
          <a:ln>
            <a:solidFill>
              <a:srgbClr val="D8D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Media Placeholder 11">
            <a:extLst>
              <a:ext uri="{FF2B5EF4-FFF2-40B4-BE49-F238E27FC236}">
                <a16:creationId xmlns:a16="http://schemas.microsoft.com/office/drawing/2014/main" id="{1E582C8D-0903-F54A-9D1E-BF1BDB7D616A}"/>
              </a:ext>
            </a:extLst>
          </p:cNvPr>
          <p:cNvSpPr>
            <a:spLocks noGrp="1"/>
          </p:cNvSpPr>
          <p:nvPr>
            <p:ph type="media" sz="quarter" idx="40" hasCustomPrompt="1"/>
          </p:nvPr>
        </p:nvSpPr>
        <p:spPr>
          <a:xfrm>
            <a:off x="6633533" y="5267825"/>
            <a:ext cx="1287033" cy="12070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5" name="Text Placeholder 13">
            <a:extLst>
              <a:ext uri="{FF2B5EF4-FFF2-40B4-BE49-F238E27FC236}">
                <a16:creationId xmlns:a16="http://schemas.microsoft.com/office/drawing/2014/main" id="{A3B151E9-5835-D3EB-936E-DF14EE5106B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60324" y="5267825"/>
            <a:ext cx="3060700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46" name="Text Placeholder 13">
            <a:extLst>
              <a:ext uri="{FF2B5EF4-FFF2-40B4-BE49-F238E27FC236}">
                <a16:creationId xmlns:a16="http://schemas.microsoft.com/office/drawing/2014/main" id="{43F01805-E2E0-D572-7ED4-7394021386F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60324" y="5796982"/>
            <a:ext cx="3060700" cy="66389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E53B68E-3D93-3D0A-8780-5D0D41434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1" y="832140"/>
            <a:ext cx="4663854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09FCA16-4548-39F9-FC39-EEB46E070B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9" y="1920153"/>
            <a:ext cx="4662688" cy="41057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1297992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co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0E947F-20CC-2A53-BB28-4ED3A151172A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Media Placeholder 11">
            <a:extLst>
              <a:ext uri="{FF2B5EF4-FFF2-40B4-BE49-F238E27FC236}">
                <a16:creationId xmlns:a16="http://schemas.microsoft.com/office/drawing/2014/main" id="{1E582C8D-0903-F54A-9D1E-BF1BDB7D616A}"/>
              </a:ext>
            </a:extLst>
          </p:cNvPr>
          <p:cNvSpPr>
            <a:spLocks noGrp="1"/>
          </p:cNvSpPr>
          <p:nvPr>
            <p:ph type="media" sz="quarter" idx="40" hasCustomPrompt="1"/>
          </p:nvPr>
        </p:nvSpPr>
        <p:spPr>
          <a:xfrm>
            <a:off x="8877783" y="4016416"/>
            <a:ext cx="2766350" cy="2493182"/>
          </a:xfrm>
        </p:spPr>
        <p:txBody>
          <a:bodyPr/>
          <a:lstStyle>
            <a:lvl1pPr marL="0" indent="0">
              <a:buNone/>
              <a:defRPr>
                <a:latin typeface="Myriad Pro" panose="020B0503030403020204" pitchFamily="34" charset="0"/>
              </a:defRPr>
            </a:lvl1pPr>
          </a:lstStyle>
          <a:p>
            <a:r>
              <a:rPr lang="en-GB" dirty="0"/>
              <a:t>Large icon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E53B68E-3D93-3D0A-8780-5D0D41434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1" y="832140"/>
            <a:ext cx="6882756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09FCA16-4548-39F9-FC39-EEB46E070B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9" y="1920153"/>
            <a:ext cx="6881168" cy="41057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9410743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con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0E947F-20CC-2A53-BB28-4ED3A151172A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rgbClr val="4D4D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Media Placeholder 11">
            <a:extLst>
              <a:ext uri="{FF2B5EF4-FFF2-40B4-BE49-F238E27FC236}">
                <a16:creationId xmlns:a16="http://schemas.microsoft.com/office/drawing/2014/main" id="{1E582C8D-0903-F54A-9D1E-BF1BDB7D616A}"/>
              </a:ext>
            </a:extLst>
          </p:cNvPr>
          <p:cNvSpPr>
            <a:spLocks noGrp="1"/>
          </p:cNvSpPr>
          <p:nvPr>
            <p:ph type="media" sz="quarter" idx="40" hasCustomPrompt="1"/>
          </p:nvPr>
        </p:nvSpPr>
        <p:spPr>
          <a:xfrm>
            <a:off x="8877783" y="4016416"/>
            <a:ext cx="2766350" cy="2493182"/>
          </a:xfrm>
        </p:spPr>
        <p:txBody>
          <a:bodyPr/>
          <a:lstStyle>
            <a:lvl1pPr marL="0" indent="0">
              <a:buNone/>
              <a:defRPr>
                <a:latin typeface="Myriad Pro" panose="020B0503030403020204" pitchFamily="34" charset="0"/>
              </a:defRPr>
            </a:lvl1pPr>
          </a:lstStyle>
          <a:p>
            <a:r>
              <a:rPr lang="en-GB" dirty="0"/>
              <a:t>Large icon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E53B68E-3D93-3D0A-8780-5D0D41434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1" y="832140"/>
            <a:ext cx="6882756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09FCA16-4548-39F9-FC39-EEB46E070B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9" y="1920153"/>
            <a:ext cx="6881168" cy="41057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5625088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con Mi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0E947F-20CC-2A53-BB28-4ED3A151172A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Media Placeholder 11">
            <a:extLst>
              <a:ext uri="{FF2B5EF4-FFF2-40B4-BE49-F238E27FC236}">
                <a16:creationId xmlns:a16="http://schemas.microsoft.com/office/drawing/2014/main" id="{1E582C8D-0903-F54A-9D1E-BF1BDB7D616A}"/>
              </a:ext>
            </a:extLst>
          </p:cNvPr>
          <p:cNvSpPr>
            <a:spLocks noGrp="1"/>
          </p:cNvSpPr>
          <p:nvPr>
            <p:ph type="media" sz="quarter" idx="40" hasCustomPrompt="1"/>
          </p:nvPr>
        </p:nvSpPr>
        <p:spPr>
          <a:xfrm>
            <a:off x="8877783" y="4016416"/>
            <a:ext cx="2766350" cy="249318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Large icon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E53B68E-3D93-3D0A-8780-5D0D41434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1" y="832140"/>
            <a:ext cx="6882756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09FCA16-4548-39F9-FC39-EEB46E070B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9" y="1920153"/>
            <a:ext cx="6881168" cy="41057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94057939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564BF5-0CAE-0FF2-1EBE-D02EAC8A541A}"/>
              </a:ext>
            </a:extLst>
          </p:cNvPr>
          <p:cNvSpPr/>
          <p:nvPr userDrawn="1"/>
        </p:nvSpPr>
        <p:spPr>
          <a:xfrm>
            <a:off x="1828092" y="3429000"/>
            <a:ext cx="8535816" cy="2970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326EE0-68FF-4F7C-CF4C-BA69C1DB8978}"/>
              </a:ext>
            </a:extLst>
          </p:cNvPr>
          <p:cNvSpPr/>
          <p:nvPr userDrawn="1"/>
        </p:nvSpPr>
        <p:spPr>
          <a:xfrm>
            <a:off x="1828092" y="295890"/>
            <a:ext cx="8535816" cy="2970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4E33BEA8-9C5C-99BB-881F-2B4BF3EF34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44484" y="600954"/>
            <a:ext cx="6380236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F4BBAD15-3A13-9656-513C-653C891DC2C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44484" y="1130111"/>
            <a:ext cx="6380236" cy="194733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8CACA9E-82F9-174E-A763-7C88B5C30E5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44484" y="3722089"/>
            <a:ext cx="6380236" cy="4090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Subheading</a:t>
            </a:r>
            <a:endParaRPr lang="en-GB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99B941-730B-C66B-0391-07A510AC681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44484" y="4251246"/>
            <a:ext cx="6380236" cy="1947332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Myriad Pro Light" panose="020B040303040302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70F32CF-3DA9-E3AB-7D38-1DECA7E34BF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78742" y="431086"/>
            <a:ext cx="2298700" cy="2700337"/>
          </a:xfrm>
        </p:spPr>
        <p:txBody>
          <a:bodyPr/>
          <a:lstStyle>
            <a:lvl1pPr marL="0" indent="0">
              <a:buNone/>
              <a:defRPr>
                <a:latin typeface="Myriad Pro" panose="020B05030304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AD61B6E2-1696-35DD-3FF1-8A8B20A73C0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78742" y="3564196"/>
            <a:ext cx="2298700" cy="2700337"/>
          </a:xfrm>
        </p:spPr>
        <p:txBody>
          <a:bodyPr/>
          <a:lstStyle>
            <a:lvl1pPr marL="0" indent="0">
              <a:buNone/>
              <a:defRPr>
                <a:latin typeface="Myriad Pro" panose="020B0503030403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0529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E5EB87A-E28E-DD9C-FCD9-800B882172AA}"/>
              </a:ext>
            </a:extLst>
          </p:cNvPr>
          <p:cNvSpPr/>
          <p:nvPr userDrawn="1"/>
        </p:nvSpPr>
        <p:spPr>
          <a:xfrm>
            <a:off x="6907774" y="0"/>
            <a:ext cx="4370852" cy="6858000"/>
          </a:xfrm>
          <a:prstGeom prst="rect">
            <a:avLst/>
          </a:prstGeom>
          <a:solidFill>
            <a:srgbClr val="D8D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88E80F9-B825-962D-890D-8FF6767BFB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17639" y="341669"/>
            <a:ext cx="2484725" cy="2994731"/>
          </a:xfr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2CE3239E-5154-849C-D694-6065702513F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17639" y="3498447"/>
            <a:ext cx="5151122" cy="3027363"/>
          </a:xfr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F5EB974-C620-A952-1713-7CB7FCF009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1" y="832140"/>
            <a:ext cx="4663854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41E94278-2534-CEB2-2FB0-C8D08ED69F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9" y="1920153"/>
            <a:ext cx="4662688" cy="41057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183490F1-53C7-DBE1-89BE-4800A68111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84036" y="330187"/>
            <a:ext cx="2484725" cy="2994731"/>
          </a:xfr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524813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CF460B-FE2A-558B-F597-BA05A6D0E20E}"/>
              </a:ext>
            </a:extLst>
          </p:cNvPr>
          <p:cNvSpPr/>
          <p:nvPr userDrawn="1"/>
        </p:nvSpPr>
        <p:spPr>
          <a:xfrm>
            <a:off x="304800" y="514350"/>
            <a:ext cx="8535816" cy="5829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F0064AA-B0BA-420E-4972-EBC6F8E63C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1" y="832140"/>
            <a:ext cx="4663854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0EF5B9E-89F4-2046-63E3-50EF0C0FA5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3789" y="1920153"/>
            <a:ext cx="4662688" cy="41057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algn="l"/>
            <a:r>
              <a:rPr lang="en-GB" sz="2800" dirty="0">
                <a:solidFill>
                  <a:srgbClr val="4D4D4F"/>
                </a:solidFill>
                <a:latin typeface="Myriad Pro Light" panose="020B0403030403020204" pitchFamily="34" charset="0"/>
              </a:rPr>
              <a:t>Content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BE7598B-FC4C-2E58-BF0D-AAA03997F8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58853" y="130174"/>
            <a:ext cx="5573712" cy="6550025"/>
          </a:xfrm>
        </p:spPr>
        <p:txBody>
          <a:bodyPr/>
          <a:lstStyle>
            <a:lvl1pPr>
              <a:defRPr>
                <a:latin typeface="Myriad Pro" panose="020B0503030403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8386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P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3B5EBA-655B-A2BD-AC59-0A4B4E8823F1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B25135FE-DE46-4FFE-29E2-9B2D2FB412B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092200" y="1967698"/>
            <a:ext cx="10551931" cy="4213184"/>
          </a:xfrm>
        </p:spPr>
        <p:txBody>
          <a:bodyPr/>
          <a:lstStyle>
            <a:lvl1pPr marL="0" indent="0">
              <a:buNone/>
              <a:defRPr>
                <a:solidFill>
                  <a:srgbClr val="4D4D4F"/>
                </a:solidFill>
                <a:latin typeface="Myriad Pro" panose="020B05030304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4618571-F85D-AC08-B648-B4D897654D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1" y="832140"/>
            <a:ext cx="4663854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597624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Pag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3B5EBA-655B-A2BD-AC59-0A4B4E8823F1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B25135FE-DE46-4FFE-29E2-9B2D2FB412B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092200" y="1967698"/>
            <a:ext cx="10551931" cy="4213184"/>
          </a:xfrm>
        </p:spPr>
        <p:txBody>
          <a:bodyPr/>
          <a:lstStyle>
            <a:lvl1pPr marL="0" indent="0">
              <a:buNone/>
              <a:defRPr>
                <a:latin typeface="Myriad Pro" panose="020B05030304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4618571-F85D-AC08-B648-B4D897654D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1" y="832140"/>
            <a:ext cx="4663854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104001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Page Mi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3B5EBA-655B-A2BD-AC59-0A4B4E8823F1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B25135FE-DE46-4FFE-29E2-9B2D2FB412B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092200" y="1967698"/>
            <a:ext cx="10551931" cy="4213184"/>
          </a:xfrm>
        </p:spPr>
        <p:txBody>
          <a:bodyPr/>
          <a:lstStyle>
            <a:lvl1pPr marL="0" indent="0">
              <a:buNone/>
              <a:defRPr>
                <a:latin typeface="Myriad Pro" panose="020B05030304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4618571-F85D-AC08-B648-B4D897654D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201" y="832140"/>
            <a:ext cx="4663854" cy="891020"/>
          </a:xfrm>
        </p:spPr>
        <p:txBody>
          <a:bodyPr/>
          <a:lstStyle/>
          <a:p>
            <a:r>
              <a:rPr lang="en-GB" sz="4400" dirty="0">
                <a:solidFill>
                  <a:srgbClr val="ED1847"/>
                </a:solidFill>
                <a:latin typeface="Myriad Pro" panose="020B0503030403020204" pitchFamily="34" charset="0"/>
              </a:rPr>
              <a:t>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535217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abl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3B5EBA-655B-A2BD-AC59-0A4B4E8823F1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B25135FE-DE46-4FFE-29E2-9B2D2FB412B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092200" y="694481"/>
            <a:ext cx="10551931" cy="5486401"/>
          </a:xfrm>
        </p:spPr>
        <p:txBody>
          <a:bodyPr/>
          <a:lstStyle>
            <a:lvl1pPr marL="0" indent="0">
              <a:buNone/>
              <a:defRPr>
                <a:latin typeface="Myriad Pro" panose="020B0503030403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667706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abl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3B5EBA-655B-A2BD-AC59-0A4B4E8823F1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B25135FE-DE46-4FFE-29E2-9B2D2FB412B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092200" y="694481"/>
            <a:ext cx="10551931" cy="5486401"/>
          </a:xfrm>
        </p:spPr>
        <p:txBody>
          <a:bodyPr/>
          <a:lstStyle>
            <a:lvl1pPr marL="0" indent="0">
              <a:buNone/>
              <a:defRPr>
                <a:latin typeface="Myriad Pro" panose="020B0503030403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153807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able Mi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3B5EBA-655B-A2BD-AC59-0A4B4E8823F1}"/>
              </a:ext>
            </a:extLst>
          </p:cNvPr>
          <p:cNvSpPr/>
          <p:nvPr userDrawn="1"/>
        </p:nvSpPr>
        <p:spPr>
          <a:xfrm>
            <a:off x="0" y="0"/>
            <a:ext cx="54684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B25135FE-DE46-4FFE-29E2-9B2D2FB412B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092200" y="694481"/>
            <a:ext cx="10551931" cy="5486401"/>
          </a:xfrm>
        </p:spPr>
        <p:txBody>
          <a:bodyPr/>
          <a:lstStyle>
            <a:lvl1pPr marL="0" indent="0">
              <a:buNone/>
              <a:defRPr>
                <a:latin typeface="Myriad Pro" panose="020B0503030403020204" pitchFamily="34" charset="0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146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78E084-36A8-62A2-E01D-8ACF11E0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F284C-B8A4-503D-97A4-BF73C140E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94A69-8648-C54E-5F62-A281427F5A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72DD6-F39F-47B5-9DB8-36AD04487495}" type="datetimeFigureOut">
              <a:rPr lang="en-GB" smtClean="0"/>
              <a:t>14/02/2025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499B8-B53A-EB9D-CB79-64370CE03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7DBC5-5AA3-E583-427C-6C70C232F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83352-3A0B-4C76-B5FC-227BEB55CC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0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707" r:id="rId5"/>
    <p:sldLayoutId id="2147483711" r:id="rId6"/>
    <p:sldLayoutId id="2147483708" r:id="rId7"/>
    <p:sldLayoutId id="2147483709" r:id="rId8"/>
    <p:sldLayoutId id="2147483710" r:id="rId9"/>
    <p:sldLayoutId id="2147483652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9" r:id="rId18"/>
    <p:sldLayoutId id="2147483670" r:id="rId19"/>
    <p:sldLayoutId id="2147483671" r:id="rId20"/>
    <p:sldLayoutId id="2147483675" r:id="rId21"/>
    <p:sldLayoutId id="2147483676" r:id="rId22"/>
    <p:sldLayoutId id="2147483677" r:id="rId23"/>
    <p:sldLayoutId id="2147483682" r:id="rId24"/>
    <p:sldLayoutId id="2147483683" r:id="rId25"/>
    <p:sldLayoutId id="2147483684" r:id="rId26"/>
    <p:sldLayoutId id="2147483672" r:id="rId27"/>
    <p:sldLayoutId id="2147483673" r:id="rId28"/>
    <p:sldLayoutId id="2147483674" r:id="rId29"/>
    <p:sldLayoutId id="2147483678" r:id="rId30"/>
    <p:sldLayoutId id="2147483681" r:id="rId31"/>
    <p:sldLayoutId id="2147483655" r:id="rId32"/>
    <p:sldLayoutId id="2147483679" r:id="rId33"/>
    <p:sldLayoutId id="2147483680" r:id="rId34"/>
    <p:sldLayoutId id="2147483685" r:id="rId35"/>
    <p:sldLayoutId id="2147483690" r:id="rId36"/>
    <p:sldLayoutId id="2147483691" r:id="rId37"/>
    <p:sldLayoutId id="2147483693" r:id="rId38"/>
    <p:sldLayoutId id="2147483701" r:id="rId39"/>
    <p:sldLayoutId id="2147483702" r:id="rId40"/>
    <p:sldLayoutId id="2147483689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56" r:id="rId47"/>
    <p:sldLayoutId id="2147483657" r:id="rId48"/>
    <p:sldLayoutId id="2147483658" r:id="rId49"/>
    <p:sldLayoutId id="2147483659" r:id="rId50"/>
    <p:sldLayoutId id="2147483703" r:id="rId51"/>
    <p:sldLayoutId id="2147483704" r:id="rId52"/>
    <p:sldLayoutId id="2147483700" r:id="rId53"/>
    <p:sldLayoutId id="2147483705" r:id="rId54"/>
    <p:sldLayoutId id="2147483706" r:id="rId5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5092-24C3-7976-F69B-9B4EBAFA6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5CED1-C914-714E-0D02-C7E0465BC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8415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75CF-F2BF-AF90-EDBF-2CFF9576D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159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F0450-ABEA-6167-D2DE-F5FDAF9C2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7F830-E500-0313-A934-5846DD44BC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002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4DD4-E237-9BDC-95A6-EC571EB5F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70EFF-F275-893A-D34A-9D4200EF1E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537E1-6C64-83EB-9D25-B90F63EBA4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744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69535-F657-2832-2FAC-A99508CE6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90678-AA5E-BAA0-58E9-1E25EF4B27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1796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A78AF035-2B4F-BC9B-E035-5A2A80747F57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996873674"/>
              </p:ext>
            </p:extLst>
          </p:nvPr>
        </p:nvGraphicFramePr>
        <p:xfrm>
          <a:off x="1092200" y="693737"/>
          <a:ext cx="10552110" cy="493931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10422">
                  <a:extLst>
                    <a:ext uri="{9D8B030D-6E8A-4147-A177-3AD203B41FA5}">
                      <a16:colId xmlns:a16="http://schemas.microsoft.com/office/drawing/2014/main" val="2686314945"/>
                    </a:ext>
                  </a:extLst>
                </a:gridCol>
                <a:gridCol w="2110422">
                  <a:extLst>
                    <a:ext uri="{9D8B030D-6E8A-4147-A177-3AD203B41FA5}">
                      <a16:colId xmlns:a16="http://schemas.microsoft.com/office/drawing/2014/main" val="3798644392"/>
                    </a:ext>
                  </a:extLst>
                </a:gridCol>
                <a:gridCol w="2110422">
                  <a:extLst>
                    <a:ext uri="{9D8B030D-6E8A-4147-A177-3AD203B41FA5}">
                      <a16:colId xmlns:a16="http://schemas.microsoft.com/office/drawing/2014/main" val="3636670018"/>
                    </a:ext>
                  </a:extLst>
                </a:gridCol>
                <a:gridCol w="2110422">
                  <a:extLst>
                    <a:ext uri="{9D8B030D-6E8A-4147-A177-3AD203B41FA5}">
                      <a16:colId xmlns:a16="http://schemas.microsoft.com/office/drawing/2014/main" val="2563966185"/>
                    </a:ext>
                  </a:extLst>
                </a:gridCol>
                <a:gridCol w="2110422">
                  <a:extLst>
                    <a:ext uri="{9D8B030D-6E8A-4147-A177-3AD203B41FA5}">
                      <a16:colId xmlns:a16="http://schemas.microsoft.com/office/drawing/2014/main" val="2757003559"/>
                    </a:ext>
                  </a:extLst>
                </a:gridCol>
              </a:tblGrid>
              <a:tr h="823219">
                <a:tc>
                  <a:txBody>
                    <a:bodyPr/>
                    <a:lstStyle/>
                    <a:p>
                      <a:r>
                        <a:rPr lang="en-GB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689315"/>
                  </a:ext>
                </a:extLst>
              </a:tr>
              <a:tr h="823219">
                <a:tc>
                  <a:txBody>
                    <a:bodyPr/>
                    <a:lstStyle/>
                    <a:p>
                      <a:r>
                        <a:rPr lang="en-GB" dirty="0"/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305410"/>
                  </a:ext>
                </a:extLst>
              </a:tr>
              <a:tr h="82321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819560"/>
                  </a:ext>
                </a:extLst>
              </a:tr>
              <a:tr h="82321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474154"/>
                  </a:ext>
                </a:extLst>
              </a:tr>
              <a:tr h="82321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857313"/>
                  </a:ext>
                </a:extLst>
              </a:tr>
              <a:tr h="82321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258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6241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28D4-3E09-084F-1392-9E3F59E20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77BEA463-2AEB-EDDF-F220-270407B52895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FD27E6-75A3-7816-80B0-8E85C25006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F93A5F-D9A7-9568-8C9D-7B1066671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edia Placeholder 5">
            <a:extLst>
              <a:ext uri="{FF2B5EF4-FFF2-40B4-BE49-F238E27FC236}">
                <a16:creationId xmlns:a16="http://schemas.microsoft.com/office/drawing/2014/main" id="{FD9C242F-704A-ED6D-C447-3CECFC10DDB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A5A451-54B7-D7FC-8C5A-93F8D68BCF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27B121-5EB4-CB5C-D2F4-504F71F22E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173583B3-5B76-ABDA-E89D-4EBD53CD7C3E}"/>
              </a:ext>
            </a:extLst>
          </p:cNvPr>
          <p:cNvSpPr>
            <a:spLocks noGrp="1"/>
          </p:cNvSpPr>
          <p:nvPr>
            <p:ph type="media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9CC80C-3357-7193-0EE3-CECFE7FA80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D542FCA-98A7-8799-F273-5261701948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972B865A-B3E7-7FA0-E6C8-0AECCC50DD18}"/>
              </a:ext>
            </a:extLst>
          </p:cNvPr>
          <p:cNvSpPr>
            <a:spLocks noGrp="1"/>
          </p:cNvSpPr>
          <p:nvPr>
            <p:ph type="media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555BAE6-38FA-BB87-4316-0B73B98F43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233FD3C-57E5-3082-2214-CF663E70406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0966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6AE545-AF24-405B-BE2E-6F43017686D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521E1-C7C2-ADC3-F369-3CF4F5F5E9B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34533-77AA-C836-EB4D-222FA94EEC4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7C598-3088-6972-6381-E2B7E33DDFE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ACBAA75-430C-5C86-DBB1-22AF2575E3B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9433937-990A-9F84-4E58-8D46B7741E7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076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DABE0-DA59-C034-3E64-2B79626C7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31C9F-36E5-E9FF-C82B-32364B951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021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4D4D4F"/>
      </a:dk1>
      <a:lt1>
        <a:sysClr val="window" lastClr="FFFFFF"/>
      </a:lt1>
      <a:dk2>
        <a:srgbClr val="ED1847"/>
      </a:dk2>
      <a:lt2>
        <a:srgbClr val="E6E7E8"/>
      </a:lt2>
      <a:accent1>
        <a:srgbClr val="B1B3B6"/>
      </a:accent1>
      <a:accent2>
        <a:srgbClr val="808285"/>
      </a:accent2>
      <a:accent3>
        <a:srgbClr val="4D4D4F"/>
      </a:accent3>
      <a:accent4>
        <a:srgbClr val="ED1847"/>
      </a:accent4>
      <a:accent5>
        <a:srgbClr val="F2F2F2"/>
      </a:accent5>
      <a:accent6>
        <a:srgbClr val="FFFFFF"/>
      </a:accent6>
      <a:hlink>
        <a:srgbClr val="ED1847"/>
      </a:hlink>
      <a:folHlink>
        <a:srgbClr val="F8AABB"/>
      </a:folHlink>
    </a:clrScheme>
    <a:fontScheme name="Custom 2">
      <a:majorFont>
        <a:latin typeface="Myriad Pro"/>
        <a:ea typeface=""/>
        <a:cs typeface=""/>
      </a:majorFont>
      <a:minorFont>
        <a:latin typeface="Myriad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645268be-5ca5-447f-8013-18d49dff3bd2">WZ5RCARQPZXE-338473358-665937</_dlc_DocId>
    <lcf76f155ced4ddcb4097134ff3c332f xmlns="df92eeb7-70bd-46e7-b92b-e9efbcf5f141">
      <Terms xmlns="http://schemas.microsoft.com/office/infopath/2007/PartnerControls"/>
    </lcf76f155ced4ddcb4097134ff3c332f>
    <TaxCatchAll xmlns="645268be-5ca5-447f-8013-18d49dff3bd2" xsi:nil="true"/>
    <_dlc_DocIdUrl xmlns="645268be-5ca5-447f-8013-18d49dff3bd2">
      <Url>https://chucamacuk.sharepoint.com/sites/MollerInstituteDocumentStorage/_layouts/15/DocIdRedir.aspx?ID=WZ5RCARQPZXE-338473358-665937</Url>
      <Description>WZ5RCARQPZXE-338473358-665937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2E1BF6DE120F4087CB26E0C6291854" ma:contentTypeVersion="19" ma:contentTypeDescription="Create a new document." ma:contentTypeScope="" ma:versionID="a0305cffdb0725d0e9c87718d32bdda5">
  <xsd:schema xmlns:xsd="http://www.w3.org/2001/XMLSchema" xmlns:xs="http://www.w3.org/2001/XMLSchema" xmlns:p="http://schemas.microsoft.com/office/2006/metadata/properties" xmlns:ns2="645268be-5ca5-447f-8013-18d49dff3bd2" xmlns:ns3="df92eeb7-70bd-46e7-b92b-e9efbcf5f141" targetNamespace="http://schemas.microsoft.com/office/2006/metadata/properties" ma:root="true" ma:fieldsID="5c6ab744d2eb8ee4298196526b272530" ns2:_="" ns3:_="">
    <xsd:import namespace="645268be-5ca5-447f-8013-18d49dff3bd2"/>
    <xsd:import namespace="df92eeb7-70bd-46e7-b92b-e9efbcf5f141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5268be-5ca5-447f-8013-18d49dff3bd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158c57d0-f1fc-46af-8487-af33e43ab8a0}" ma:internalName="TaxCatchAll" ma:showField="CatchAllData" ma:web="645268be-5ca5-447f-8013-18d49dff3b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92eeb7-70bd-46e7-b92b-e9efbcf5f1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fe37f90c-1d20-4644-bff0-4aaf7e8053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3D7201-990A-474F-9834-38044D9BFBA9}">
  <ds:schemaRefs>
    <ds:schemaRef ds:uri="http://schemas.microsoft.com/office/2006/metadata/properties"/>
    <ds:schemaRef ds:uri="http://schemas.microsoft.com/office/infopath/2007/PartnerControls"/>
    <ds:schemaRef ds:uri="645268be-5ca5-447f-8013-18d49dff3bd2"/>
    <ds:schemaRef ds:uri="df92eeb7-70bd-46e7-b92b-e9efbcf5f141"/>
  </ds:schemaRefs>
</ds:datastoreItem>
</file>

<file path=customXml/itemProps2.xml><?xml version="1.0" encoding="utf-8"?>
<ds:datastoreItem xmlns:ds="http://schemas.openxmlformats.org/officeDocument/2006/customXml" ds:itemID="{F97BF90A-B289-4C38-8725-0F36EC4E8B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2DB159-8CC4-4A2A-B644-A69592FF508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DE06AC1A-E850-4393-AF76-5122FF783E64}"/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</Words>
  <Application>Microsoft Office PowerPoint</Application>
  <PresentationFormat>Widescreen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Myriad Pro</vt:lpstr>
      <vt:lpstr>Myriad Pro </vt:lpstr>
      <vt:lpstr>Myriad Pro Light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Conder</dc:creator>
  <cp:lastModifiedBy>Suzanne Conder</cp:lastModifiedBy>
  <cp:revision>2</cp:revision>
  <dcterms:created xsi:type="dcterms:W3CDTF">2025-01-30T16:17:31Z</dcterms:created>
  <dcterms:modified xsi:type="dcterms:W3CDTF">2025-02-14T11:30:07Z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0x010100F32E1BF6DE120F4087CB26E0C6291854</vt:lpwstr>
  </property>
  <property fmtid="{D5CDD505-2E9C-101B-9397-08002B2CF9AE}" pid="3" name="_dlc_DocIdItemGuid">
    <vt:lpwstr>4d0dba95-1a79-4ced-83e1-e35edf4e6093</vt:lpwstr>
  </property>
  <property fmtid="{D5CDD505-2E9C-101B-9397-08002B2CF9AE}" pid="4" name="MediaServiceImageTags">
    <vt:lpwstr/>
  </property>
</Properties>
</file>